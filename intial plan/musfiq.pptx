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34" r:id="rId1"/>
  </p:sldMasterIdLst>
  <p:notesMasterIdLst>
    <p:notesMasterId r:id="rId14"/>
  </p:notesMasterIdLst>
  <p:sldIdLst>
    <p:sldId id="269" r:id="rId2"/>
    <p:sldId id="256" r:id="rId3"/>
    <p:sldId id="267" r:id="rId4"/>
    <p:sldId id="258" r:id="rId5"/>
    <p:sldId id="259" r:id="rId6"/>
    <p:sldId id="264" r:id="rId7"/>
    <p:sldId id="260" r:id="rId8"/>
    <p:sldId id="265" r:id="rId9"/>
    <p:sldId id="268" r:id="rId10"/>
    <p:sldId id="266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F2D09-9493-5118-2C1A-6BAA0E4EDCF5}" v="5" dt="2026-04-17T14:04:25.397"/>
    <p1510:client id="{2A89384C-C3DA-A34A-EDF6-3F0074BE438A}" v="1" dt="2026-04-17T14:05:34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BEEF1-4496-45EE-9FD4-FE5009B1C6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5FF920-1E45-4791-8DD3-3A475634F1B2}">
      <dgm:prSet/>
      <dgm:spPr/>
      <dgm:t>
        <a:bodyPr/>
        <a:lstStyle/>
        <a:p>
          <a:r>
            <a:rPr lang="en-US" baseline="0"/>
            <a:t>Digital finance is changing money management</a:t>
          </a:r>
          <a:endParaRPr lang="en-US"/>
        </a:p>
      </dgm:t>
    </dgm:pt>
    <dgm:pt modelId="{8C9082BB-B7D4-40CD-816E-29FE11396B87}" type="parTrans" cxnId="{76B24FE9-6084-4054-999B-30616B604F8B}">
      <dgm:prSet/>
      <dgm:spPr/>
      <dgm:t>
        <a:bodyPr/>
        <a:lstStyle/>
        <a:p>
          <a:endParaRPr lang="en-US"/>
        </a:p>
      </dgm:t>
    </dgm:pt>
    <dgm:pt modelId="{0D8A785E-09F0-45C0-B8D0-D353D6EDEDC7}" type="sibTrans" cxnId="{76B24FE9-6084-4054-999B-30616B604F8B}">
      <dgm:prSet/>
      <dgm:spPr/>
      <dgm:t>
        <a:bodyPr/>
        <a:lstStyle/>
        <a:p>
          <a:endParaRPr lang="en-US"/>
        </a:p>
      </dgm:t>
    </dgm:pt>
    <dgm:pt modelId="{2E915763-A55A-44C6-A09F-5731EC171716}">
      <dgm:prSet/>
      <dgm:spPr/>
      <dgm:t>
        <a:bodyPr/>
        <a:lstStyle/>
        <a:p>
          <a:r>
            <a:rPr lang="en-US" baseline="0"/>
            <a:t>Existing apps are fragmented</a:t>
          </a:r>
          <a:endParaRPr lang="en-US"/>
        </a:p>
      </dgm:t>
    </dgm:pt>
    <dgm:pt modelId="{813F2404-FBAA-42D2-990D-0055F26C7A8B}" type="parTrans" cxnId="{D0C665C6-74BC-4DD9-95B7-C1C5538825E4}">
      <dgm:prSet/>
      <dgm:spPr/>
      <dgm:t>
        <a:bodyPr/>
        <a:lstStyle/>
        <a:p>
          <a:endParaRPr lang="en-US"/>
        </a:p>
      </dgm:t>
    </dgm:pt>
    <dgm:pt modelId="{2261A019-9B90-4278-8576-973AFD96C180}" type="sibTrans" cxnId="{D0C665C6-74BC-4DD9-95B7-C1C5538825E4}">
      <dgm:prSet/>
      <dgm:spPr/>
      <dgm:t>
        <a:bodyPr/>
        <a:lstStyle/>
        <a:p>
          <a:endParaRPr lang="en-US"/>
        </a:p>
      </dgm:t>
    </dgm:pt>
    <dgm:pt modelId="{6FF472A0-F3F1-462B-940F-947D9F96A257}">
      <dgm:prSet/>
      <dgm:spPr/>
      <dgm:t>
        <a:bodyPr/>
        <a:lstStyle/>
        <a:p>
          <a:r>
            <a:rPr lang="en-US" baseline="0"/>
            <a:t>FinTrix unifies payments, tracking &amp; insights </a:t>
          </a:r>
          <a:endParaRPr lang="en-US"/>
        </a:p>
      </dgm:t>
    </dgm:pt>
    <dgm:pt modelId="{A7AD38B2-B546-4BB9-B912-DB1CB31423EA}" type="parTrans" cxnId="{95896118-70CA-4B15-ADAE-0C3AAEBAEC42}">
      <dgm:prSet/>
      <dgm:spPr/>
      <dgm:t>
        <a:bodyPr/>
        <a:lstStyle/>
        <a:p>
          <a:endParaRPr lang="en-US"/>
        </a:p>
      </dgm:t>
    </dgm:pt>
    <dgm:pt modelId="{5E2CA255-6436-4BF1-9C3C-743866259450}" type="sibTrans" cxnId="{95896118-70CA-4B15-ADAE-0C3AAEBAEC42}">
      <dgm:prSet/>
      <dgm:spPr/>
      <dgm:t>
        <a:bodyPr/>
        <a:lstStyle/>
        <a:p>
          <a:endParaRPr lang="en-US"/>
        </a:p>
      </dgm:t>
    </dgm:pt>
    <dgm:pt modelId="{4DBF9319-60F4-4BD7-837F-030D3892EB06}" type="pres">
      <dgm:prSet presAssocID="{D18BEEF1-4496-45EE-9FD4-FE5009B1C6A7}" presName="root" presStyleCnt="0">
        <dgm:presLayoutVars>
          <dgm:dir/>
          <dgm:resizeHandles val="exact"/>
        </dgm:presLayoutVars>
      </dgm:prSet>
      <dgm:spPr/>
    </dgm:pt>
    <dgm:pt modelId="{BCC52012-4D2A-46FC-8409-D68F82918746}" type="pres">
      <dgm:prSet presAssocID="{605FF920-1E45-4791-8DD3-3A475634F1B2}" presName="compNode" presStyleCnt="0"/>
      <dgm:spPr/>
    </dgm:pt>
    <dgm:pt modelId="{1CD9BA86-3E1A-4878-997C-443BE4EFC059}" type="pres">
      <dgm:prSet presAssocID="{605FF920-1E45-4791-8DD3-3A475634F1B2}" presName="bgRect" presStyleLbl="bgShp" presStyleIdx="0" presStyleCnt="3"/>
      <dgm:spPr/>
    </dgm:pt>
    <dgm:pt modelId="{5CD1AC76-AA03-47A7-9471-0F7C7BEDD9D1}" type="pres">
      <dgm:prSet presAssocID="{605FF920-1E45-4791-8DD3-3A475634F1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1B91330-93AE-4383-A77F-8526F3136D0F}" type="pres">
      <dgm:prSet presAssocID="{605FF920-1E45-4791-8DD3-3A475634F1B2}" presName="spaceRect" presStyleCnt="0"/>
      <dgm:spPr/>
    </dgm:pt>
    <dgm:pt modelId="{C5DA11E5-4F27-4BD2-96D5-4B535D1D16C3}" type="pres">
      <dgm:prSet presAssocID="{605FF920-1E45-4791-8DD3-3A475634F1B2}" presName="parTx" presStyleLbl="revTx" presStyleIdx="0" presStyleCnt="3">
        <dgm:presLayoutVars>
          <dgm:chMax val="0"/>
          <dgm:chPref val="0"/>
        </dgm:presLayoutVars>
      </dgm:prSet>
      <dgm:spPr/>
    </dgm:pt>
    <dgm:pt modelId="{781FE544-93C3-446F-941C-BBECC390C190}" type="pres">
      <dgm:prSet presAssocID="{0D8A785E-09F0-45C0-B8D0-D353D6EDEDC7}" presName="sibTrans" presStyleCnt="0"/>
      <dgm:spPr/>
    </dgm:pt>
    <dgm:pt modelId="{3DAD8712-D35C-418E-A888-C85E6DBEFB0B}" type="pres">
      <dgm:prSet presAssocID="{2E915763-A55A-44C6-A09F-5731EC171716}" presName="compNode" presStyleCnt="0"/>
      <dgm:spPr/>
    </dgm:pt>
    <dgm:pt modelId="{CB3785A0-F276-4873-BDC8-2C6241B18698}" type="pres">
      <dgm:prSet presAssocID="{2E915763-A55A-44C6-A09F-5731EC171716}" presName="bgRect" presStyleLbl="bgShp" presStyleIdx="1" presStyleCnt="3"/>
      <dgm:spPr/>
    </dgm:pt>
    <dgm:pt modelId="{DB716DF1-73EA-4D40-A8A7-C5BBD50D6C6D}" type="pres">
      <dgm:prSet presAssocID="{2E915763-A55A-44C6-A09F-5731EC1717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F30AC7C-FF82-4667-B0A5-A6C180A87AEE}" type="pres">
      <dgm:prSet presAssocID="{2E915763-A55A-44C6-A09F-5731EC171716}" presName="spaceRect" presStyleCnt="0"/>
      <dgm:spPr/>
    </dgm:pt>
    <dgm:pt modelId="{B6688BB4-BC28-4C07-8E39-1AC14A8E0859}" type="pres">
      <dgm:prSet presAssocID="{2E915763-A55A-44C6-A09F-5731EC171716}" presName="parTx" presStyleLbl="revTx" presStyleIdx="1" presStyleCnt="3">
        <dgm:presLayoutVars>
          <dgm:chMax val="0"/>
          <dgm:chPref val="0"/>
        </dgm:presLayoutVars>
      </dgm:prSet>
      <dgm:spPr/>
    </dgm:pt>
    <dgm:pt modelId="{1DD0FD67-205C-40D0-AFC7-091A630A601C}" type="pres">
      <dgm:prSet presAssocID="{2261A019-9B90-4278-8576-973AFD96C180}" presName="sibTrans" presStyleCnt="0"/>
      <dgm:spPr/>
    </dgm:pt>
    <dgm:pt modelId="{99BD289E-C84B-4BFB-BED1-4653B34A9289}" type="pres">
      <dgm:prSet presAssocID="{6FF472A0-F3F1-462B-940F-947D9F96A257}" presName="compNode" presStyleCnt="0"/>
      <dgm:spPr/>
    </dgm:pt>
    <dgm:pt modelId="{50E0961B-47A4-4BB9-B6DC-A4273298C822}" type="pres">
      <dgm:prSet presAssocID="{6FF472A0-F3F1-462B-940F-947D9F96A257}" presName="bgRect" presStyleLbl="bgShp" presStyleIdx="2" presStyleCnt="3"/>
      <dgm:spPr/>
    </dgm:pt>
    <dgm:pt modelId="{853965BD-E0F3-4798-A77E-A563BA3E1476}" type="pres">
      <dgm:prSet presAssocID="{6FF472A0-F3F1-462B-940F-947D9F96A2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14154852-FD97-4A85-8C4D-3191E34C36F1}" type="pres">
      <dgm:prSet presAssocID="{6FF472A0-F3F1-462B-940F-947D9F96A257}" presName="spaceRect" presStyleCnt="0"/>
      <dgm:spPr/>
    </dgm:pt>
    <dgm:pt modelId="{789B757B-790A-454B-8915-41E5FB5452D2}" type="pres">
      <dgm:prSet presAssocID="{6FF472A0-F3F1-462B-940F-947D9F96A2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5896118-70CA-4B15-ADAE-0C3AAEBAEC42}" srcId="{D18BEEF1-4496-45EE-9FD4-FE5009B1C6A7}" destId="{6FF472A0-F3F1-462B-940F-947D9F96A257}" srcOrd="2" destOrd="0" parTransId="{A7AD38B2-B546-4BB9-B912-DB1CB31423EA}" sibTransId="{5E2CA255-6436-4BF1-9C3C-743866259450}"/>
    <dgm:cxn modelId="{5683372F-4E21-4F88-8C53-098CCF2E1C10}" type="presOf" srcId="{D18BEEF1-4496-45EE-9FD4-FE5009B1C6A7}" destId="{4DBF9319-60F4-4BD7-837F-030D3892EB06}" srcOrd="0" destOrd="0" presId="urn:microsoft.com/office/officeart/2018/2/layout/IconVerticalSolidList"/>
    <dgm:cxn modelId="{D8206140-6D0D-44AF-8D17-47B37076FDF9}" type="presOf" srcId="{2E915763-A55A-44C6-A09F-5731EC171716}" destId="{B6688BB4-BC28-4C07-8E39-1AC14A8E0859}" srcOrd="0" destOrd="0" presId="urn:microsoft.com/office/officeart/2018/2/layout/IconVerticalSolidList"/>
    <dgm:cxn modelId="{E1120D4A-1B07-4434-AFF7-4DFF1361A32F}" type="presOf" srcId="{605FF920-1E45-4791-8DD3-3A475634F1B2}" destId="{C5DA11E5-4F27-4BD2-96D5-4B535D1D16C3}" srcOrd="0" destOrd="0" presId="urn:microsoft.com/office/officeart/2018/2/layout/IconVerticalSolidList"/>
    <dgm:cxn modelId="{D0C665C6-74BC-4DD9-95B7-C1C5538825E4}" srcId="{D18BEEF1-4496-45EE-9FD4-FE5009B1C6A7}" destId="{2E915763-A55A-44C6-A09F-5731EC171716}" srcOrd="1" destOrd="0" parTransId="{813F2404-FBAA-42D2-990D-0055F26C7A8B}" sibTransId="{2261A019-9B90-4278-8576-973AFD96C180}"/>
    <dgm:cxn modelId="{9F8AFDCD-C196-495A-9158-A2C4E93A5D58}" type="presOf" srcId="{6FF472A0-F3F1-462B-940F-947D9F96A257}" destId="{789B757B-790A-454B-8915-41E5FB5452D2}" srcOrd="0" destOrd="0" presId="urn:microsoft.com/office/officeart/2018/2/layout/IconVerticalSolidList"/>
    <dgm:cxn modelId="{76B24FE9-6084-4054-999B-30616B604F8B}" srcId="{D18BEEF1-4496-45EE-9FD4-FE5009B1C6A7}" destId="{605FF920-1E45-4791-8DD3-3A475634F1B2}" srcOrd="0" destOrd="0" parTransId="{8C9082BB-B7D4-40CD-816E-29FE11396B87}" sibTransId="{0D8A785E-09F0-45C0-B8D0-D353D6EDEDC7}"/>
    <dgm:cxn modelId="{C85452F1-A044-47BD-BEDE-812C4FB4CA99}" type="presParOf" srcId="{4DBF9319-60F4-4BD7-837F-030D3892EB06}" destId="{BCC52012-4D2A-46FC-8409-D68F82918746}" srcOrd="0" destOrd="0" presId="urn:microsoft.com/office/officeart/2018/2/layout/IconVerticalSolidList"/>
    <dgm:cxn modelId="{ED182201-B51C-46A3-AE54-595F7CB6C0E2}" type="presParOf" srcId="{BCC52012-4D2A-46FC-8409-D68F82918746}" destId="{1CD9BA86-3E1A-4878-997C-443BE4EFC059}" srcOrd="0" destOrd="0" presId="urn:microsoft.com/office/officeart/2018/2/layout/IconVerticalSolidList"/>
    <dgm:cxn modelId="{879B734C-D885-47F9-861F-812E849595BB}" type="presParOf" srcId="{BCC52012-4D2A-46FC-8409-D68F82918746}" destId="{5CD1AC76-AA03-47A7-9471-0F7C7BEDD9D1}" srcOrd="1" destOrd="0" presId="urn:microsoft.com/office/officeart/2018/2/layout/IconVerticalSolidList"/>
    <dgm:cxn modelId="{749FD0CF-8FB6-4DE4-B0D6-144DAB1461E1}" type="presParOf" srcId="{BCC52012-4D2A-46FC-8409-D68F82918746}" destId="{11B91330-93AE-4383-A77F-8526F3136D0F}" srcOrd="2" destOrd="0" presId="urn:microsoft.com/office/officeart/2018/2/layout/IconVerticalSolidList"/>
    <dgm:cxn modelId="{9B4525FA-212D-49B4-B432-9CE8A3C42776}" type="presParOf" srcId="{BCC52012-4D2A-46FC-8409-D68F82918746}" destId="{C5DA11E5-4F27-4BD2-96D5-4B535D1D16C3}" srcOrd="3" destOrd="0" presId="urn:microsoft.com/office/officeart/2018/2/layout/IconVerticalSolidList"/>
    <dgm:cxn modelId="{5667A6BD-A562-435A-B104-966A839940D9}" type="presParOf" srcId="{4DBF9319-60F4-4BD7-837F-030D3892EB06}" destId="{781FE544-93C3-446F-941C-BBECC390C190}" srcOrd="1" destOrd="0" presId="urn:microsoft.com/office/officeart/2018/2/layout/IconVerticalSolidList"/>
    <dgm:cxn modelId="{EA1FEF78-50CC-4B94-B3D4-1DAC08142C8C}" type="presParOf" srcId="{4DBF9319-60F4-4BD7-837F-030D3892EB06}" destId="{3DAD8712-D35C-418E-A888-C85E6DBEFB0B}" srcOrd="2" destOrd="0" presId="urn:microsoft.com/office/officeart/2018/2/layout/IconVerticalSolidList"/>
    <dgm:cxn modelId="{AF5E5D34-35AE-4F1F-A251-665A7AC772B1}" type="presParOf" srcId="{3DAD8712-D35C-418E-A888-C85E6DBEFB0B}" destId="{CB3785A0-F276-4873-BDC8-2C6241B18698}" srcOrd="0" destOrd="0" presId="urn:microsoft.com/office/officeart/2018/2/layout/IconVerticalSolidList"/>
    <dgm:cxn modelId="{2442FC1E-3EF4-4A37-89E0-60B94B0BB589}" type="presParOf" srcId="{3DAD8712-D35C-418E-A888-C85E6DBEFB0B}" destId="{DB716DF1-73EA-4D40-A8A7-C5BBD50D6C6D}" srcOrd="1" destOrd="0" presId="urn:microsoft.com/office/officeart/2018/2/layout/IconVerticalSolidList"/>
    <dgm:cxn modelId="{C3D35F7E-0E5E-412E-ADE5-D826ADEB5B2F}" type="presParOf" srcId="{3DAD8712-D35C-418E-A888-C85E6DBEFB0B}" destId="{DF30AC7C-FF82-4667-B0A5-A6C180A87AEE}" srcOrd="2" destOrd="0" presId="urn:microsoft.com/office/officeart/2018/2/layout/IconVerticalSolidList"/>
    <dgm:cxn modelId="{F984A0B0-FDDF-47A6-B4B9-77064FC5696B}" type="presParOf" srcId="{3DAD8712-D35C-418E-A888-C85E6DBEFB0B}" destId="{B6688BB4-BC28-4C07-8E39-1AC14A8E0859}" srcOrd="3" destOrd="0" presId="urn:microsoft.com/office/officeart/2018/2/layout/IconVerticalSolidList"/>
    <dgm:cxn modelId="{05F3DC3C-8015-4DC1-807D-6293946176DA}" type="presParOf" srcId="{4DBF9319-60F4-4BD7-837F-030D3892EB06}" destId="{1DD0FD67-205C-40D0-AFC7-091A630A601C}" srcOrd="3" destOrd="0" presId="urn:microsoft.com/office/officeart/2018/2/layout/IconVerticalSolidList"/>
    <dgm:cxn modelId="{054EACD0-49E0-4819-9795-07C8C2FBC23E}" type="presParOf" srcId="{4DBF9319-60F4-4BD7-837F-030D3892EB06}" destId="{99BD289E-C84B-4BFB-BED1-4653B34A9289}" srcOrd="4" destOrd="0" presId="urn:microsoft.com/office/officeart/2018/2/layout/IconVerticalSolidList"/>
    <dgm:cxn modelId="{2FA2792F-5A7A-4493-9E35-725A6E24AAC5}" type="presParOf" srcId="{99BD289E-C84B-4BFB-BED1-4653B34A9289}" destId="{50E0961B-47A4-4BB9-B6DC-A4273298C822}" srcOrd="0" destOrd="0" presId="urn:microsoft.com/office/officeart/2018/2/layout/IconVerticalSolidList"/>
    <dgm:cxn modelId="{E052DAF0-E400-4227-A394-2F2F3D7AD27C}" type="presParOf" srcId="{99BD289E-C84B-4BFB-BED1-4653B34A9289}" destId="{853965BD-E0F3-4798-A77E-A563BA3E1476}" srcOrd="1" destOrd="0" presId="urn:microsoft.com/office/officeart/2018/2/layout/IconVerticalSolidList"/>
    <dgm:cxn modelId="{B7B9736B-AF55-4F93-BF21-96874F6F0ED1}" type="presParOf" srcId="{99BD289E-C84B-4BFB-BED1-4653B34A9289}" destId="{14154852-FD97-4A85-8C4D-3191E34C36F1}" srcOrd="2" destOrd="0" presId="urn:microsoft.com/office/officeart/2018/2/layout/IconVerticalSolidList"/>
    <dgm:cxn modelId="{A744C41E-B602-4C92-9694-181651E3AB0B}" type="presParOf" srcId="{99BD289E-C84B-4BFB-BED1-4653B34A9289}" destId="{789B757B-790A-454B-8915-41E5FB5452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F063A9-6785-4F89-8D16-66F5909624E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4ED000-248C-4BB8-906C-2EAB9EFDE7D8}">
      <dgm:prSet/>
      <dgm:spPr/>
      <dgm:t>
        <a:bodyPr/>
        <a:lstStyle/>
        <a:p>
          <a:r>
            <a:rPr lang="en-GB"/>
            <a:t>Fragmented financial systems</a:t>
          </a:r>
          <a:endParaRPr lang="en-US"/>
        </a:p>
      </dgm:t>
    </dgm:pt>
    <dgm:pt modelId="{F073D2A7-918F-4B20-8C94-19F0A2E96589}" type="parTrans" cxnId="{FE716C63-D162-4F1F-B3A9-16951D618AFB}">
      <dgm:prSet/>
      <dgm:spPr/>
      <dgm:t>
        <a:bodyPr/>
        <a:lstStyle/>
        <a:p>
          <a:endParaRPr lang="en-US"/>
        </a:p>
      </dgm:t>
    </dgm:pt>
    <dgm:pt modelId="{0DCD63EF-9374-4100-85F6-B15AAD1DBE6D}" type="sibTrans" cxnId="{FE716C63-D162-4F1F-B3A9-16951D618AFB}">
      <dgm:prSet/>
      <dgm:spPr/>
      <dgm:t>
        <a:bodyPr/>
        <a:lstStyle/>
        <a:p>
          <a:endParaRPr lang="en-US"/>
        </a:p>
      </dgm:t>
    </dgm:pt>
    <dgm:pt modelId="{AD3FD741-29C0-4243-A6EA-7AC5D74249D2}">
      <dgm:prSet/>
      <dgm:spPr/>
      <dgm:t>
        <a:bodyPr/>
        <a:lstStyle/>
        <a:p>
          <a:r>
            <a:rPr lang="en-GB"/>
            <a:t>Lack of deep analytics in wallets</a:t>
          </a:r>
          <a:endParaRPr lang="en-US"/>
        </a:p>
      </dgm:t>
    </dgm:pt>
    <dgm:pt modelId="{23F95144-6578-48FF-A403-AEA04104CD17}" type="parTrans" cxnId="{F2D06B0F-C390-4772-93E5-7EF95897569F}">
      <dgm:prSet/>
      <dgm:spPr/>
      <dgm:t>
        <a:bodyPr/>
        <a:lstStyle/>
        <a:p>
          <a:endParaRPr lang="en-US"/>
        </a:p>
      </dgm:t>
    </dgm:pt>
    <dgm:pt modelId="{0910133F-B019-4402-8970-77F56E2D2FD3}" type="sibTrans" cxnId="{F2D06B0F-C390-4772-93E5-7EF95897569F}">
      <dgm:prSet/>
      <dgm:spPr/>
      <dgm:t>
        <a:bodyPr/>
        <a:lstStyle/>
        <a:p>
          <a:endParaRPr lang="en-US"/>
        </a:p>
      </dgm:t>
    </dgm:pt>
    <dgm:pt modelId="{E3BDDACF-DA19-41FB-9BC1-C000AF35031F}">
      <dgm:prSet/>
      <dgm:spPr/>
      <dgm:t>
        <a:bodyPr/>
        <a:lstStyle/>
        <a:p>
          <a:r>
            <a:rPr lang="en-GB"/>
            <a:t>Manual data entry in finance apps</a:t>
          </a:r>
          <a:endParaRPr lang="en-US"/>
        </a:p>
      </dgm:t>
    </dgm:pt>
    <dgm:pt modelId="{692BF01E-686F-45BE-889F-A4610D62B608}" type="parTrans" cxnId="{EA4808DF-7BDC-4EDC-8D88-6FA9402156B8}">
      <dgm:prSet/>
      <dgm:spPr/>
      <dgm:t>
        <a:bodyPr/>
        <a:lstStyle/>
        <a:p>
          <a:endParaRPr lang="en-US"/>
        </a:p>
      </dgm:t>
    </dgm:pt>
    <dgm:pt modelId="{1C4E2686-B36B-4846-A458-76A096DB36B2}" type="sibTrans" cxnId="{EA4808DF-7BDC-4EDC-8D88-6FA9402156B8}">
      <dgm:prSet/>
      <dgm:spPr/>
      <dgm:t>
        <a:bodyPr/>
        <a:lstStyle/>
        <a:p>
          <a:endParaRPr lang="en-US"/>
        </a:p>
      </dgm:t>
    </dgm:pt>
    <dgm:pt modelId="{5222B951-80C3-453D-9886-968DB2BF2A75}">
      <dgm:prSet/>
      <dgm:spPr/>
      <dgm:t>
        <a:bodyPr/>
        <a:lstStyle/>
        <a:p>
          <a:r>
            <a:rPr lang="en-GB"/>
            <a:t>Reactive security systems</a:t>
          </a:r>
          <a:endParaRPr lang="en-US"/>
        </a:p>
      </dgm:t>
    </dgm:pt>
    <dgm:pt modelId="{26A2FC0C-C3B8-42DD-B9A2-DDCA6943E328}" type="parTrans" cxnId="{34B12F8D-22BB-4DFB-9C4F-F98E02F5032F}">
      <dgm:prSet/>
      <dgm:spPr/>
      <dgm:t>
        <a:bodyPr/>
        <a:lstStyle/>
        <a:p>
          <a:endParaRPr lang="en-US"/>
        </a:p>
      </dgm:t>
    </dgm:pt>
    <dgm:pt modelId="{E75DC998-1F02-4A92-A4F5-62A18B411A69}" type="sibTrans" cxnId="{34B12F8D-22BB-4DFB-9C4F-F98E02F5032F}">
      <dgm:prSet/>
      <dgm:spPr/>
      <dgm:t>
        <a:bodyPr/>
        <a:lstStyle/>
        <a:p>
          <a:endParaRPr lang="en-US"/>
        </a:p>
      </dgm:t>
    </dgm:pt>
    <dgm:pt modelId="{86D83F14-42AB-41AB-9EA2-F748ECAE1055}" type="pres">
      <dgm:prSet presAssocID="{04F063A9-6785-4F89-8D16-66F5909624E9}" presName="linear" presStyleCnt="0">
        <dgm:presLayoutVars>
          <dgm:dir/>
          <dgm:animLvl val="lvl"/>
          <dgm:resizeHandles val="exact"/>
        </dgm:presLayoutVars>
      </dgm:prSet>
      <dgm:spPr/>
    </dgm:pt>
    <dgm:pt modelId="{0A3A139E-A05C-48C1-B853-99A2FE5F7841}" type="pres">
      <dgm:prSet presAssocID="{F54ED000-248C-4BB8-906C-2EAB9EFDE7D8}" presName="parentLin" presStyleCnt="0"/>
      <dgm:spPr/>
    </dgm:pt>
    <dgm:pt modelId="{373271F0-B44E-4FB5-8BC4-D35431094931}" type="pres">
      <dgm:prSet presAssocID="{F54ED000-248C-4BB8-906C-2EAB9EFDE7D8}" presName="parentLeftMargin" presStyleLbl="node1" presStyleIdx="0" presStyleCnt="4"/>
      <dgm:spPr/>
    </dgm:pt>
    <dgm:pt modelId="{9F3EE7AD-3FDA-45D6-8152-3EB88CE741C0}" type="pres">
      <dgm:prSet presAssocID="{F54ED000-248C-4BB8-906C-2EAB9EFDE7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FF0E48-2EAC-4C81-A8B2-F3940DD4E82A}" type="pres">
      <dgm:prSet presAssocID="{F54ED000-248C-4BB8-906C-2EAB9EFDE7D8}" presName="negativeSpace" presStyleCnt="0"/>
      <dgm:spPr/>
    </dgm:pt>
    <dgm:pt modelId="{3754CBE6-3BA5-4617-90FC-03ADF1BFE008}" type="pres">
      <dgm:prSet presAssocID="{F54ED000-248C-4BB8-906C-2EAB9EFDE7D8}" presName="childText" presStyleLbl="conFgAcc1" presStyleIdx="0" presStyleCnt="4">
        <dgm:presLayoutVars>
          <dgm:bulletEnabled val="1"/>
        </dgm:presLayoutVars>
      </dgm:prSet>
      <dgm:spPr/>
    </dgm:pt>
    <dgm:pt modelId="{D45A0A6C-58E6-4558-9C11-ED2937EAB614}" type="pres">
      <dgm:prSet presAssocID="{0DCD63EF-9374-4100-85F6-B15AAD1DBE6D}" presName="spaceBetweenRectangles" presStyleCnt="0"/>
      <dgm:spPr/>
    </dgm:pt>
    <dgm:pt modelId="{544AB62E-3F45-4A88-91E1-346B55A5D861}" type="pres">
      <dgm:prSet presAssocID="{AD3FD741-29C0-4243-A6EA-7AC5D74249D2}" presName="parentLin" presStyleCnt="0"/>
      <dgm:spPr/>
    </dgm:pt>
    <dgm:pt modelId="{E67390ED-5FF8-4324-A918-A791EC533D55}" type="pres">
      <dgm:prSet presAssocID="{AD3FD741-29C0-4243-A6EA-7AC5D74249D2}" presName="parentLeftMargin" presStyleLbl="node1" presStyleIdx="0" presStyleCnt="4"/>
      <dgm:spPr/>
    </dgm:pt>
    <dgm:pt modelId="{DE05F2FA-8953-4D4F-81F3-F2CE893D57AD}" type="pres">
      <dgm:prSet presAssocID="{AD3FD741-29C0-4243-A6EA-7AC5D74249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199E69-6CBA-45B9-BB0B-518AE5DCCF07}" type="pres">
      <dgm:prSet presAssocID="{AD3FD741-29C0-4243-A6EA-7AC5D74249D2}" presName="negativeSpace" presStyleCnt="0"/>
      <dgm:spPr/>
    </dgm:pt>
    <dgm:pt modelId="{DEA13D51-4436-4746-998A-EF477161A831}" type="pres">
      <dgm:prSet presAssocID="{AD3FD741-29C0-4243-A6EA-7AC5D74249D2}" presName="childText" presStyleLbl="conFgAcc1" presStyleIdx="1" presStyleCnt="4">
        <dgm:presLayoutVars>
          <dgm:bulletEnabled val="1"/>
        </dgm:presLayoutVars>
      </dgm:prSet>
      <dgm:spPr/>
    </dgm:pt>
    <dgm:pt modelId="{A45962B8-1B6F-453D-8593-95BAD0397972}" type="pres">
      <dgm:prSet presAssocID="{0910133F-B019-4402-8970-77F56E2D2FD3}" presName="spaceBetweenRectangles" presStyleCnt="0"/>
      <dgm:spPr/>
    </dgm:pt>
    <dgm:pt modelId="{0C64BF43-170C-42DA-8D13-FCDF7EAD7DEF}" type="pres">
      <dgm:prSet presAssocID="{E3BDDACF-DA19-41FB-9BC1-C000AF35031F}" presName="parentLin" presStyleCnt="0"/>
      <dgm:spPr/>
    </dgm:pt>
    <dgm:pt modelId="{8142D2A1-7DC7-4B50-965A-1CFB873FEA46}" type="pres">
      <dgm:prSet presAssocID="{E3BDDACF-DA19-41FB-9BC1-C000AF35031F}" presName="parentLeftMargin" presStyleLbl="node1" presStyleIdx="1" presStyleCnt="4"/>
      <dgm:spPr/>
    </dgm:pt>
    <dgm:pt modelId="{F3EB37A5-32B7-41F4-8B21-11BC7823F483}" type="pres">
      <dgm:prSet presAssocID="{E3BDDACF-DA19-41FB-9BC1-C000AF3503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B3D8ED-0AF8-4D0F-8BF5-294D6D2D3E4B}" type="pres">
      <dgm:prSet presAssocID="{E3BDDACF-DA19-41FB-9BC1-C000AF35031F}" presName="negativeSpace" presStyleCnt="0"/>
      <dgm:spPr/>
    </dgm:pt>
    <dgm:pt modelId="{200EAAA8-68D0-4A38-913A-052BF61788A3}" type="pres">
      <dgm:prSet presAssocID="{E3BDDACF-DA19-41FB-9BC1-C000AF35031F}" presName="childText" presStyleLbl="conFgAcc1" presStyleIdx="2" presStyleCnt="4">
        <dgm:presLayoutVars>
          <dgm:bulletEnabled val="1"/>
        </dgm:presLayoutVars>
      </dgm:prSet>
      <dgm:spPr/>
    </dgm:pt>
    <dgm:pt modelId="{F8CCE3E2-CF28-4C67-9405-599D3020F53F}" type="pres">
      <dgm:prSet presAssocID="{1C4E2686-B36B-4846-A458-76A096DB36B2}" presName="spaceBetweenRectangles" presStyleCnt="0"/>
      <dgm:spPr/>
    </dgm:pt>
    <dgm:pt modelId="{1D657780-1BF6-42E6-BDD5-74CB673F8699}" type="pres">
      <dgm:prSet presAssocID="{5222B951-80C3-453D-9886-968DB2BF2A75}" presName="parentLin" presStyleCnt="0"/>
      <dgm:spPr/>
    </dgm:pt>
    <dgm:pt modelId="{6C0EAAFB-686A-4072-980E-64618361BCF2}" type="pres">
      <dgm:prSet presAssocID="{5222B951-80C3-453D-9886-968DB2BF2A75}" presName="parentLeftMargin" presStyleLbl="node1" presStyleIdx="2" presStyleCnt="4"/>
      <dgm:spPr/>
    </dgm:pt>
    <dgm:pt modelId="{0C3F0933-05E7-4B0A-B6BB-9CFCD93247C5}" type="pres">
      <dgm:prSet presAssocID="{5222B951-80C3-453D-9886-968DB2BF2A7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A6DC74B-0098-4A9D-8151-776F2E2D6BDB}" type="pres">
      <dgm:prSet presAssocID="{5222B951-80C3-453D-9886-968DB2BF2A75}" presName="negativeSpace" presStyleCnt="0"/>
      <dgm:spPr/>
    </dgm:pt>
    <dgm:pt modelId="{136453FB-3DBA-4653-BC9C-7812B2BBAB9C}" type="pres">
      <dgm:prSet presAssocID="{5222B951-80C3-453D-9886-968DB2BF2A7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2D06B0F-C390-4772-93E5-7EF95897569F}" srcId="{04F063A9-6785-4F89-8D16-66F5909624E9}" destId="{AD3FD741-29C0-4243-A6EA-7AC5D74249D2}" srcOrd="1" destOrd="0" parTransId="{23F95144-6578-48FF-A403-AEA04104CD17}" sibTransId="{0910133F-B019-4402-8970-77F56E2D2FD3}"/>
    <dgm:cxn modelId="{E4F4DE1B-0BAC-4DF1-9A8F-72A031252BE5}" type="presOf" srcId="{E3BDDACF-DA19-41FB-9BC1-C000AF35031F}" destId="{F3EB37A5-32B7-41F4-8B21-11BC7823F483}" srcOrd="1" destOrd="0" presId="urn:microsoft.com/office/officeart/2005/8/layout/list1"/>
    <dgm:cxn modelId="{E45FD526-0D05-4954-B434-CA2B129BD135}" type="presOf" srcId="{04F063A9-6785-4F89-8D16-66F5909624E9}" destId="{86D83F14-42AB-41AB-9EA2-F748ECAE1055}" srcOrd="0" destOrd="0" presId="urn:microsoft.com/office/officeart/2005/8/layout/list1"/>
    <dgm:cxn modelId="{FE716C63-D162-4F1F-B3A9-16951D618AFB}" srcId="{04F063A9-6785-4F89-8D16-66F5909624E9}" destId="{F54ED000-248C-4BB8-906C-2EAB9EFDE7D8}" srcOrd="0" destOrd="0" parTransId="{F073D2A7-918F-4B20-8C94-19F0A2E96589}" sibTransId="{0DCD63EF-9374-4100-85F6-B15AAD1DBE6D}"/>
    <dgm:cxn modelId="{D5108E43-1BE5-4A4C-A855-EB0F9ABA9D0F}" type="presOf" srcId="{AD3FD741-29C0-4243-A6EA-7AC5D74249D2}" destId="{DE05F2FA-8953-4D4F-81F3-F2CE893D57AD}" srcOrd="1" destOrd="0" presId="urn:microsoft.com/office/officeart/2005/8/layout/list1"/>
    <dgm:cxn modelId="{D6FA2148-2B81-4A73-8393-2EE7D5C6803D}" type="presOf" srcId="{AD3FD741-29C0-4243-A6EA-7AC5D74249D2}" destId="{E67390ED-5FF8-4324-A918-A791EC533D55}" srcOrd="0" destOrd="0" presId="urn:microsoft.com/office/officeart/2005/8/layout/list1"/>
    <dgm:cxn modelId="{8255794C-0430-4D11-8018-71A453DFE6FA}" type="presOf" srcId="{5222B951-80C3-453D-9886-968DB2BF2A75}" destId="{0C3F0933-05E7-4B0A-B6BB-9CFCD93247C5}" srcOrd="1" destOrd="0" presId="urn:microsoft.com/office/officeart/2005/8/layout/list1"/>
    <dgm:cxn modelId="{88C3AE57-28D7-4C3A-8437-BB6723994840}" type="presOf" srcId="{E3BDDACF-DA19-41FB-9BC1-C000AF35031F}" destId="{8142D2A1-7DC7-4B50-965A-1CFB873FEA46}" srcOrd="0" destOrd="0" presId="urn:microsoft.com/office/officeart/2005/8/layout/list1"/>
    <dgm:cxn modelId="{34B12F8D-22BB-4DFB-9C4F-F98E02F5032F}" srcId="{04F063A9-6785-4F89-8D16-66F5909624E9}" destId="{5222B951-80C3-453D-9886-968DB2BF2A75}" srcOrd="3" destOrd="0" parTransId="{26A2FC0C-C3B8-42DD-B9A2-DDCA6943E328}" sibTransId="{E75DC998-1F02-4A92-A4F5-62A18B411A69}"/>
    <dgm:cxn modelId="{23BD7C91-7051-449A-BAD2-CB135CD036A9}" type="presOf" srcId="{F54ED000-248C-4BB8-906C-2EAB9EFDE7D8}" destId="{9F3EE7AD-3FDA-45D6-8152-3EB88CE741C0}" srcOrd="1" destOrd="0" presId="urn:microsoft.com/office/officeart/2005/8/layout/list1"/>
    <dgm:cxn modelId="{5ABFE398-0251-423B-BF82-A92F8255F067}" type="presOf" srcId="{F54ED000-248C-4BB8-906C-2EAB9EFDE7D8}" destId="{373271F0-B44E-4FB5-8BC4-D35431094931}" srcOrd="0" destOrd="0" presId="urn:microsoft.com/office/officeart/2005/8/layout/list1"/>
    <dgm:cxn modelId="{EA4808DF-7BDC-4EDC-8D88-6FA9402156B8}" srcId="{04F063A9-6785-4F89-8D16-66F5909624E9}" destId="{E3BDDACF-DA19-41FB-9BC1-C000AF35031F}" srcOrd="2" destOrd="0" parTransId="{692BF01E-686F-45BE-889F-A4610D62B608}" sibTransId="{1C4E2686-B36B-4846-A458-76A096DB36B2}"/>
    <dgm:cxn modelId="{4FFDA2F7-3E6E-4317-B45F-169BC66E2E8F}" type="presOf" srcId="{5222B951-80C3-453D-9886-968DB2BF2A75}" destId="{6C0EAAFB-686A-4072-980E-64618361BCF2}" srcOrd="0" destOrd="0" presId="urn:microsoft.com/office/officeart/2005/8/layout/list1"/>
    <dgm:cxn modelId="{F4F5908B-AC0E-4294-A2B3-9DF7ABB22B74}" type="presParOf" srcId="{86D83F14-42AB-41AB-9EA2-F748ECAE1055}" destId="{0A3A139E-A05C-48C1-B853-99A2FE5F7841}" srcOrd="0" destOrd="0" presId="urn:microsoft.com/office/officeart/2005/8/layout/list1"/>
    <dgm:cxn modelId="{B93CA4EA-B355-427B-8F85-47E2E6B3408A}" type="presParOf" srcId="{0A3A139E-A05C-48C1-B853-99A2FE5F7841}" destId="{373271F0-B44E-4FB5-8BC4-D35431094931}" srcOrd="0" destOrd="0" presId="urn:microsoft.com/office/officeart/2005/8/layout/list1"/>
    <dgm:cxn modelId="{5815DB8D-4615-49BA-9D3A-C541E5C8C232}" type="presParOf" srcId="{0A3A139E-A05C-48C1-B853-99A2FE5F7841}" destId="{9F3EE7AD-3FDA-45D6-8152-3EB88CE741C0}" srcOrd="1" destOrd="0" presId="urn:microsoft.com/office/officeart/2005/8/layout/list1"/>
    <dgm:cxn modelId="{77DEBF90-608B-47F4-8B59-CAE6C4A15C6F}" type="presParOf" srcId="{86D83F14-42AB-41AB-9EA2-F748ECAE1055}" destId="{60FF0E48-2EAC-4C81-A8B2-F3940DD4E82A}" srcOrd="1" destOrd="0" presId="urn:microsoft.com/office/officeart/2005/8/layout/list1"/>
    <dgm:cxn modelId="{A46FD540-C1CC-4A75-A3CE-54843A4C6F39}" type="presParOf" srcId="{86D83F14-42AB-41AB-9EA2-F748ECAE1055}" destId="{3754CBE6-3BA5-4617-90FC-03ADF1BFE008}" srcOrd="2" destOrd="0" presId="urn:microsoft.com/office/officeart/2005/8/layout/list1"/>
    <dgm:cxn modelId="{256866AF-8E2E-40D2-A659-FF566F02D952}" type="presParOf" srcId="{86D83F14-42AB-41AB-9EA2-F748ECAE1055}" destId="{D45A0A6C-58E6-4558-9C11-ED2937EAB614}" srcOrd="3" destOrd="0" presId="urn:microsoft.com/office/officeart/2005/8/layout/list1"/>
    <dgm:cxn modelId="{61953EB1-B6C5-45D8-B46A-549186707475}" type="presParOf" srcId="{86D83F14-42AB-41AB-9EA2-F748ECAE1055}" destId="{544AB62E-3F45-4A88-91E1-346B55A5D861}" srcOrd="4" destOrd="0" presId="urn:microsoft.com/office/officeart/2005/8/layout/list1"/>
    <dgm:cxn modelId="{63E1F228-0132-4A0D-BBE8-80F8E8E43084}" type="presParOf" srcId="{544AB62E-3F45-4A88-91E1-346B55A5D861}" destId="{E67390ED-5FF8-4324-A918-A791EC533D55}" srcOrd="0" destOrd="0" presId="urn:microsoft.com/office/officeart/2005/8/layout/list1"/>
    <dgm:cxn modelId="{79E7E58B-9B17-4C3F-B5ED-632E27B1483E}" type="presParOf" srcId="{544AB62E-3F45-4A88-91E1-346B55A5D861}" destId="{DE05F2FA-8953-4D4F-81F3-F2CE893D57AD}" srcOrd="1" destOrd="0" presId="urn:microsoft.com/office/officeart/2005/8/layout/list1"/>
    <dgm:cxn modelId="{8475CDD8-658D-4CBC-AFCD-03E927EA7913}" type="presParOf" srcId="{86D83F14-42AB-41AB-9EA2-F748ECAE1055}" destId="{3C199E69-6CBA-45B9-BB0B-518AE5DCCF07}" srcOrd="5" destOrd="0" presId="urn:microsoft.com/office/officeart/2005/8/layout/list1"/>
    <dgm:cxn modelId="{7874A381-4A7D-4019-A41E-8C4BDFEAFD4B}" type="presParOf" srcId="{86D83F14-42AB-41AB-9EA2-F748ECAE1055}" destId="{DEA13D51-4436-4746-998A-EF477161A831}" srcOrd="6" destOrd="0" presId="urn:microsoft.com/office/officeart/2005/8/layout/list1"/>
    <dgm:cxn modelId="{2396B8FB-011B-4918-A128-A447F2BC7DF6}" type="presParOf" srcId="{86D83F14-42AB-41AB-9EA2-F748ECAE1055}" destId="{A45962B8-1B6F-453D-8593-95BAD0397972}" srcOrd="7" destOrd="0" presId="urn:microsoft.com/office/officeart/2005/8/layout/list1"/>
    <dgm:cxn modelId="{78423C32-B706-4787-8395-94BD1177E787}" type="presParOf" srcId="{86D83F14-42AB-41AB-9EA2-F748ECAE1055}" destId="{0C64BF43-170C-42DA-8D13-FCDF7EAD7DEF}" srcOrd="8" destOrd="0" presId="urn:microsoft.com/office/officeart/2005/8/layout/list1"/>
    <dgm:cxn modelId="{96C318CE-B80E-43FD-B8F6-483886A88B38}" type="presParOf" srcId="{0C64BF43-170C-42DA-8D13-FCDF7EAD7DEF}" destId="{8142D2A1-7DC7-4B50-965A-1CFB873FEA46}" srcOrd="0" destOrd="0" presId="urn:microsoft.com/office/officeart/2005/8/layout/list1"/>
    <dgm:cxn modelId="{8EC7A7BA-4CCF-4E0A-834A-BA0E4C5D4C67}" type="presParOf" srcId="{0C64BF43-170C-42DA-8D13-FCDF7EAD7DEF}" destId="{F3EB37A5-32B7-41F4-8B21-11BC7823F483}" srcOrd="1" destOrd="0" presId="urn:microsoft.com/office/officeart/2005/8/layout/list1"/>
    <dgm:cxn modelId="{A8845355-3D49-42DD-8541-78D6E523DF87}" type="presParOf" srcId="{86D83F14-42AB-41AB-9EA2-F748ECAE1055}" destId="{7FB3D8ED-0AF8-4D0F-8BF5-294D6D2D3E4B}" srcOrd="9" destOrd="0" presId="urn:microsoft.com/office/officeart/2005/8/layout/list1"/>
    <dgm:cxn modelId="{08C3B080-3E87-4DA0-8FC9-6616D205AE5E}" type="presParOf" srcId="{86D83F14-42AB-41AB-9EA2-F748ECAE1055}" destId="{200EAAA8-68D0-4A38-913A-052BF61788A3}" srcOrd="10" destOrd="0" presId="urn:microsoft.com/office/officeart/2005/8/layout/list1"/>
    <dgm:cxn modelId="{05A5EA15-7563-4469-85CA-8408C3317D0C}" type="presParOf" srcId="{86D83F14-42AB-41AB-9EA2-F748ECAE1055}" destId="{F8CCE3E2-CF28-4C67-9405-599D3020F53F}" srcOrd="11" destOrd="0" presId="urn:microsoft.com/office/officeart/2005/8/layout/list1"/>
    <dgm:cxn modelId="{74C01FD0-5A39-40CF-9862-93985F364990}" type="presParOf" srcId="{86D83F14-42AB-41AB-9EA2-F748ECAE1055}" destId="{1D657780-1BF6-42E6-BDD5-74CB673F8699}" srcOrd="12" destOrd="0" presId="urn:microsoft.com/office/officeart/2005/8/layout/list1"/>
    <dgm:cxn modelId="{33AE2F08-308F-430E-9F07-C578E5B2C0B2}" type="presParOf" srcId="{1D657780-1BF6-42E6-BDD5-74CB673F8699}" destId="{6C0EAAFB-686A-4072-980E-64618361BCF2}" srcOrd="0" destOrd="0" presId="urn:microsoft.com/office/officeart/2005/8/layout/list1"/>
    <dgm:cxn modelId="{5909DA0F-0B54-4A34-B560-2F831F512564}" type="presParOf" srcId="{1D657780-1BF6-42E6-BDD5-74CB673F8699}" destId="{0C3F0933-05E7-4B0A-B6BB-9CFCD93247C5}" srcOrd="1" destOrd="0" presId="urn:microsoft.com/office/officeart/2005/8/layout/list1"/>
    <dgm:cxn modelId="{0294795C-D0B9-4887-A3F5-16EA7E80A01A}" type="presParOf" srcId="{86D83F14-42AB-41AB-9EA2-F748ECAE1055}" destId="{1A6DC74B-0098-4A9D-8151-776F2E2D6BDB}" srcOrd="13" destOrd="0" presId="urn:microsoft.com/office/officeart/2005/8/layout/list1"/>
    <dgm:cxn modelId="{437DEEC0-E7A1-4441-BC01-C289B525C0D7}" type="presParOf" srcId="{86D83F14-42AB-41AB-9EA2-F748ECAE1055}" destId="{136453FB-3DBA-4653-BC9C-7812B2BBAB9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4915BB-760D-4E67-A10B-A82D370E2E5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ABC53AB2-6BF4-486D-807F-199866614358}">
      <dgm:prSet/>
      <dgm:spPr/>
      <dgm:t>
        <a:bodyPr/>
        <a:lstStyle/>
        <a:p>
          <a:r>
            <a:rPr lang="en-GB"/>
            <a:t>Improve financial visibility</a:t>
          </a:r>
          <a:endParaRPr lang="en-US"/>
        </a:p>
      </dgm:t>
    </dgm:pt>
    <dgm:pt modelId="{74B9B0B6-8788-4836-A613-96D45E8DDAF4}" type="parTrans" cxnId="{FB75797F-C71F-4BBA-8B4C-877FF96881D2}">
      <dgm:prSet/>
      <dgm:spPr/>
      <dgm:t>
        <a:bodyPr/>
        <a:lstStyle/>
        <a:p>
          <a:endParaRPr lang="en-US"/>
        </a:p>
      </dgm:t>
    </dgm:pt>
    <dgm:pt modelId="{4F018D65-688D-4D79-9903-8E3FAA9123CB}" type="sibTrans" cxnId="{FB75797F-C71F-4BBA-8B4C-877FF96881D2}">
      <dgm:prSet/>
      <dgm:spPr/>
      <dgm:t>
        <a:bodyPr/>
        <a:lstStyle/>
        <a:p>
          <a:endParaRPr lang="en-US"/>
        </a:p>
      </dgm:t>
    </dgm:pt>
    <dgm:pt modelId="{5F886BAD-711E-4034-8B30-D8816D16A0BF}">
      <dgm:prSet/>
      <dgm:spPr/>
      <dgm:t>
        <a:bodyPr/>
        <a:lstStyle/>
        <a:p>
          <a:r>
            <a:rPr lang="en-GB"/>
            <a:t>Reduce fraud risk</a:t>
          </a:r>
          <a:endParaRPr lang="en-US"/>
        </a:p>
      </dgm:t>
    </dgm:pt>
    <dgm:pt modelId="{A577AA6B-9EC1-4FE6-9014-E34CCF4D3153}" type="parTrans" cxnId="{65F0EE4D-7413-46B4-BBDF-2B6AE3591AC1}">
      <dgm:prSet/>
      <dgm:spPr/>
      <dgm:t>
        <a:bodyPr/>
        <a:lstStyle/>
        <a:p>
          <a:endParaRPr lang="en-US"/>
        </a:p>
      </dgm:t>
    </dgm:pt>
    <dgm:pt modelId="{69F8AA40-D00D-48A9-9CCD-4E0A4926A54B}" type="sibTrans" cxnId="{65F0EE4D-7413-46B4-BBDF-2B6AE3591AC1}">
      <dgm:prSet/>
      <dgm:spPr/>
      <dgm:t>
        <a:bodyPr/>
        <a:lstStyle/>
        <a:p>
          <a:endParaRPr lang="en-US"/>
        </a:p>
      </dgm:t>
    </dgm:pt>
    <dgm:pt modelId="{995B1CA5-D672-4DE3-B491-87A87F17B58B}">
      <dgm:prSet/>
      <dgm:spPr/>
      <dgm:t>
        <a:bodyPr/>
        <a:lstStyle/>
        <a:p>
          <a:r>
            <a:rPr lang="en-GB"/>
            <a:t>Provide intelligent decision support</a:t>
          </a:r>
          <a:endParaRPr lang="en-US"/>
        </a:p>
      </dgm:t>
    </dgm:pt>
    <dgm:pt modelId="{EA01FCDF-B1E9-42D5-BBE9-C0DF6964280D}" type="parTrans" cxnId="{5D7E99B4-12CD-4CDF-A875-3E56585E1AF9}">
      <dgm:prSet/>
      <dgm:spPr/>
      <dgm:t>
        <a:bodyPr/>
        <a:lstStyle/>
        <a:p>
          <a:endParaRPr lang="en-US"/>
        </a:p>
      </dgm:t>
    </dgm:pt>
    <dgm:pt modelId="{B2C1AA6E-979D-44E8-BAED-57136B8EC208}" type="sibTrans" cxnId="{5D7E99B4-12CD-4CDF-A875-3E56585E1AF9}">
      <dgm:prSet/>
      <dgm:spPr/>
      <dgm:t>
        <a:bodyPr/>
        <a:lstStyle/>
        <a:p>
          <a:endParaRPr lang="en-US"/>
        </a:p>
      </dgm:t>
    </dgm:pt>
    <dgm:pt modelId="{344CB5B7-9521-4ED6-96D6-88D9F2D2E636}">
      <dgm:prSet/>
      <dgm:spPr/>
      <dgm:t>
        <a:bodyPr/>
        <a:lstStyle/>
        <a:p>
          <a:r>
            <a:rPr lang="en-GB"/>
            <a:t>Build a unified financial platform</a:t>
          </a:r>
          <a:endParaRPr lang="en-US"/>
        </a:p>
      </dgm:t>
    </dgm:pt>
    <dgm:pt modelId="{34FC0ECF-52EA-4373-982D-30072911FC5A}" type="parTrans" cxnId="{5738D6C8-94AC-4AF0-BC14-3380B6B97427}">
      <dgm:prSet/>
      <dgm:spPr/>
      <dgm:t>
        <a:bodyPr/>
        <a:lstStyle/>
        <a:p>
          <a:endParaRPr lang="en-US"/>
        </a:p>
      </dgm:t>
    </dgm:pt>
    <dgm:pt modelId="{C1A79C64-D5E0-47F4-9585-5D687F64B086}" type="sibTrans" cxnId="{5738D6C8-94AC-4AF0-BC14-3380B6B97427}">
      <dgm:prSet/>
      <dgm:spPr/>
      <dgm:t>
        <a:bodyPr/>
        <a:lstStyle/>
        <a:p>
          <a:endParaRPr lang="en-US"/>
        </a:p>
      </dgm:t>
    </dgm:pt>
    <dgm:pt modelId="{EE7EC219-F86A-46DE-A599-B32287CA6773}" type="pres">
      <dgm:prSet presAssocID="{504915BB-760D-4E67-A10B-A82D370E2E59}" presName="root" presStyleCnt="0">
        <dgm:presLayoutVars>
          <dgm:dir/>
          <dgm:resizeHandles val="exact"/>
        </dgm:presLayoutVars>
      </dgm:prSet>
      <dgm:spPr/>
    </dgm:pt>
    <dgm:pt modelId="{8C57DE66-0B3A-4B72-A842-98764D4F889F}" type="pres">
      <dgm:prSet presAssocID="{504915BB-760D-4E67-A10B-A82D370E2E59}" presName="container" presStyleCnt="0">
        <dgm:presLayoutVars>
          <dgm:dir/>
          <dgm:resizeHandles val="exact"/>
        </dgm:presLayoutVars>
      </dgm:prSet>
      <dgm:spPr/>
    </dgm:pt>
    <dgm:pt modelId="{3A84BFB8-0922-48B7-8A48-C1E7F930BC88}" type="pres">
      <dgm:prSet presAssocID="{ABC53AB2-6BF4-486D-807F-199866614358}" presName="compNode" presStyleCnt="0"/>
      <dgm:spPr/>
    </dgm:pt>
    <dgm:pt modelId="{D478EA64-E196-4480-9BB0-0D3EB9E61CD6}" type="pres">
      <dgm:prSet presAssocID="{ABC53AB2-6BF4-486D-807F-199866614358}" presName="iconBgRect" presStyleLbl="bgShp" presStyleIdx="0" presStyleCnt="4"/>
      <dgm:spPr/>
    </dgm:pt>
    <dgm:pt modelId="{99CC6A51-7B5F-4075-B6E8-0A5DC088B807}" type="pres">
      <dgm:prSet presAssocID="{ABC53AB2-6BF4-486D-807F-19986661435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DEC2B88-CB3A-4D4B-A631-9F072EE8AA97}" type="pres">
      <dgm:prSet presAssocID="{ABC53AB2-6BF4-486D-807F-199866614358}" presName="spaceRect" presStyleCnt="0"/>
      <dgm:spPr/>
    </dgm:pt>
    <dgm:pt modelId="{EACBF4F2-6D38-4ECE-9553-9AFB2862E251}" type="pres">
      <dgm:prSet presAssocID="{ABC53AB2-6BF4-486D-807F-199866614358}" presName="textRect" presStyleLbl="revTx" presStyleIdx="0" presStyleCnt="4">
        <dgm:presLayoutVars>
          <dgm:chMax val="1"/>
          <dgm:chPref val="1"/>
        </dgm:presLayoutVars>
      </dgm:prSet>
      <dgm:spPr/>
    </dgm:pt>
    <dgm:pt modelId="{2B281322-7801-4A96-848D-C26F34B20EE0}" type="pres">
      <dgm:prSet presAssocID="{4F018D65-688D-4D79-9903-8E3FAA9123CB}" presName="sibTrans" presStyleLbl="sibTrans2D1" presStyleIdx="0" presStyleCnt="0"/>
      <dgm:spPr/>
    </dgm:pt>
    <dgm:pt modelId="{043D12AC-3FA4-450F-B19F-580AAD777E47}" type="pres">
      <dgm:prSet presAssocID="{5F886BAD-711E-4034-8B30-D8816D16A0BF}" presName="compNode" presStyleCnt="0"/>
      <dgm:spPr/>
    </dgm:pt>
    <dgm:pt modelId="{B972B0E5-AB65-4847-BA6C-DCCA79378827}" type="pres">
      <dgm:prSet presAssocID="{5F886BAD-711E-4034-8B30-D8816D16A0BF}" presName="iconBgRect" presStyleLbl="bgShp" presStyleIdx="1" presStyleCnt="4"/>
      <dgm:spPr/>
    </dgm:pt>
    <dgm:pt modelId="{E275A679-F597-40D6-9C83-57C5D2982AF3}" type="pres">
      <dgm:prSet presAssocID="{5F886BAD-711E-4034-8B30-D8816D16A0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C87C2124-C465-497F-A506-66E4987A2D08}" type="pres">
      <dgm:prSet presAssocID="{5F886BAD-711E-4034-8B30-D8816D16A0BF}" presName="spaceRect" presStyleCnt="0"/>
      <dgm:spPr/>
    </dgm:pt>
    <dgm:pt modelId="{FED01F8B-0D30-45D8-9210-B0C6B74F4819}" type="pres">
      <dgm:prSet presAssocID="{5F886BAD-711E-4034-8B30-D8816D16A0BF}" presName="textRect" presStyleLbl="revTx" presStyleIdx="1" presStyleCnt="4">
        <dgm:presLayoutVars>
          <dgm:chMax val="1"/>
          <dgm:chPref val="1"/>
        </dgm:presLayoutVars>
      </dgm:prSet>
      <dgm:spPr/>
    </dgm:pt>
    <dgm:pt modelId="{FDD5D1AA-344F-412C-B773-D15EB1CCA7D5}" type="pres">
      <dgm:prSet presAssocID="{69F8AA40-D00D-48A9-9CCD-4E0A4926A54B}" presName="sibTrans" presStyleLbl="sibTrans2D1" presStyleIdx="0" presStyleCnt="0"/>
      <dgm:spPr/>
    </dgm:pt>
    <dgm:pt modelId="{50C58BCE-D63B-4593-85F7-ABA281975D0C}" type="pres">
      <dgm:prSet presAssocID="{995B1CA5-D672-4DE3-B491-87A87F17B58B}" presName="compNode" presStyleCnt="0"/>
      <dgm:spPr/>
    </dgm:pt>
    <dgm:pt modelId="{D771E13D-1F60-4CB7-AA0F-ABCF5583E696}" type="pres">
      <dgm:prSet presAssocID="{995B1CA5-D672-4DE3-B491-87A87F17B58B}" presName="iconBgRect" presStyleLbl="bgShp" presStyleIdx="2" presStyleCnt="4"/>
      <dgm:spPr/>
    </dgm:pt>
    <dgm:pt modelId="{12848435-95B0-4ED6-9BB1-A89913985217}" type="pres">
      <dgm:prSet presAssocID="{995B1CA5-D672-4DE3-B491-87A87F17B58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B4B8EED-EB15-4B8C-815B-C237A7D81858}" type="pres">
      <dgm:prSet presAssocID="{995B1CA5-D672-4DE3-B491-87A87F17B58B}" presName="spaceRect" presStyleCnt="0"/>
      <dgm:spPr/>
    </dgm:pt>
    <dgm:pt modelId="{6CD0B0D4-8C3D-496F-AEE0-15F078AE592E}" type="pres">
      <dgm:prSet presAssocID="{995B1CA5-D672-4DE3-B491-87A87F17B58B}" presName="textRect" presStyleLbl="revTx" presStyleIdx="2" presStyleCnt="4">
        <dgm:presLayoutVars>
          <dgm:chMax val="1"/>
          <dgm:chPref val="1"/>
        </dgm:presLayoutVars>
      </dgm:prSet>
      <dgm:spPr/>
    </dgm:pt>
    <dgm:pt modelId="{5F5D973E-2125-47F4-9724-6A707E6A0D26}" type="pres">
      <dgm:prSet presAssocID="{B2C1AA6E-979D-44E8-BAED-57136B8EC208}" presName="sibTrans" presStyleLbl="sibTrans2D1" presStyleIdx="0" presStyleCnt="0"/>
      <dgm:spPr/>
    </dgm:pt>
    <dgm:pt modelId="{9E54A40C-D8F5-4C30-B46B-2EB6762C473D}" type="pres">
      <dgm:prSet presAssocID="{344CB5B7-9521-4ED6-96D6-88D9F2D2E636}" presName="compNode" presStyleCnt="0"/>
      <dgm:spPr/>
    </dgm:pt>
    <dgm:pt modelId="{50CAA69B-3173-4DDA-83E0-747F34E76676}" type="pres">
      <dgm:prSet presAssocID="{344CB5B7-9521-4ED6-96D6-88D9F2D2E636}" presName="iconBgRect" presStyleLbl="bgShp" presStyleIdx="3" presStyleCnt="4"/>
      <dgm:spPr/>
    </dgm:pt>
    <dgm:pt modelId="{7D80F74B-F5A7-49EF-A37B-B6A70869E6DC}" type="pres">
      <dgm:prSet presAssocID="{344CB5B7-9521-4ED6-96D6-88D9F2D2E6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1FE353E-2545-444D-896D-5BED57421F4A}" type="pres">
      <dgm:prSet presAssocID="{344CB5B7-9521-4ED6-96D6-88D9F2D2E636}" presName="spaceRect" presStyleCnt="0"/>
      <dgm:spPr/>
    </dgm:pt>
    <dgm:pt modelId="{AAA11187-A45B-4283-BC93-F4F627BDAE06}" type="pres">
      <dgm:prSet presAssocID="{344CB5B7-9521-4ED6-96D6-88D9F2D2E6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9403D03-8FB0-436F-A348-E47F7B462928}" type="presOf" srcId="{5F886BAD-711E-4034-8B30-D8816D16A0BF}" destId="{FED01F8B-0D30-45D8-9210-B0C6B74F4819}" srcOrd="0" destOrd="0" presId="urn:microsoft.com/office/officeart/2018/2/layout/IconCircleList"/>
    <dgm:cxn modelId="{512E6E0E-1004-4266-872E-02CCDC8CB961}" type="presOf" srcId="{ABC53AB2-6BF4-486D-807F-199866614358}" destId="{EACBF4F2-6D38-4ECE-9553-9AFB2862E251}" srcOrd="0" destOrd="0" presId="urn:microsoft.com/office/officeart/2018/2/layout/IconCircleList"/>
    <dgm:cxn modelId="{6E884D3B-D0FF-4A70-A7FD-77653591E60F}" type="presOf" srcId="{344CB5B7-9521-4ED6-96D6-88D9F2D2E636}" destId="{AAA11187-A45B-4283-BC93-F4F627BDAE06}" srcOrd="0" destOrd="0" presId="urn:microsoft.com/office/officeart/2018/2/layout/IconCircleList"/>
    <dgm:cxn modelId="{65F0EE4D-7413-46B4-BBDF-2B6AE3591AC1}" srcId="{504915BB-760D-4E67-A10B-A82D370E2E59}" destId="{5F886BAD-711E-4034-8B30-D8816D16A0BF}" srcOrd="1" destOrd="0" parTransId="{A577AA6B-9EC1-4FE6-9014-E34CCF4D3153}" sibTransId="{69F8AA40-D00D-48A9-9CCD-4E0A4926A54B}"/>
    <dgm:cxn modelId="{72282D70-FDEA-4C1D-B625-A17432F8B066}" type="presOf" srcId="{4F018D65-688D-4D79-9903-8E3FAA9123CB}" destId="{2B281322-7801-4A96-848D-C26F34B20EE0}" srcOrd="0" destOrd="0" presId="urn:microsoft.com/office/officeart/2018/2/layout/IconCircleList"/>
    <dgm:cxn modelId="{39B9E870-91DE-4F36-BD31-260A2DB6A990}" type="presOf" srcId="{69F8AA40-D00D-48A9-9CCD-4E0A4926A54B}" destId="{FDD5D1AA-344F-412C-B773-D15EB1CCA7D5}" srcOrd="0" destOrd="0" presId="urn:microsoft.com/office/officeart/2018/2/layout/IconCircleList"/>
    <dgm:cxn modelId="{FB75797F-C71F-4BBA-8B4C-877FF96881D2}" srcId="{504915BB-760D-4E67-A10B-A82D370E2E59}" destId="{ABC53AB2-6BF4-486D-807F-199866614358}" srcOrd="0" destOrd="0" parTransId="{74B9B0B6-8788-4836-A613-96D45E8DDAF4}" sibTransId="{4F018D65-688D-4D79-9903-8E3FAA9123CB}"/>
    <dgm:cxn modelId="{AA41D3AF-97C8-479D-BD40-84D967EF4C85}" type="presOf" srcId="{B2C1AA6E-979D-44E8-BAED-57136B8EC208}" destId="{5F5D973E-2125-47F4-9724-6A707E6A0D26}" srcOrd="0" destOrd="0" presId="urn:microsoft.com/office/officeart/2018/2/layout/IconCircleList"/>
    <dgm:cxn modelId="{5D7E99B4-12CD-4CDF-A875-3E56585E1AF9}" srcId="{504915BB-760D-4E67-A10B-A82D370E2E59}" destId="{995B1CA5-D672-4DE3-B491-87A87F17B58B}" srcOrd="2" destOrd="0" parTransId="{EA01FCDF-B1E9-42D5-BBE9-C0DF6964280D}" sibTransId="{B2C1AA6E-979D-44E8-BAED-57136B8EC208}"/>
    <dgm:cxn modelId="{522E4BB6-5941-444B-B6DA-ADDA055839EF}" type="presOf" srcId="{504915BB-760D-4E67-A10B-A82D370E2E59}" destId="{EE7EC219-F86A-46DE-A599-B32287CA6773}" srcOrd="0" destOrd="0" presId="urn:microsoft.com/office/officeart/2018/2/layout/IconCircleList"/>
    <dgm:cxn modelId="{5738D6C8-94AC-4AF0-BC14-3380B6B97427}" srcId="{504915BB-760D-4E67-A10B-A82D370E2E59}" destId="{344CB5B7-9521-4ED6-96D6-88D9F2D2E636}" srcOrd="3" destOrd="0" parTransId="{34FC0ECF-52EA-4373-982D-30072911FC5A}" sibTransId="{C1A79C64-D5E0-47F4-9585-5D687F64B086}"/>
    <dgm:cxn modelId="{387964F8-8272-45B6-AD9F-0CFB66A42AFD}" type="presOf" srcId="{995B1CA5-D672-4DE3-B491-87A87F17B58B}" destId="{6CD0B0D4-8C3D-496F-AEE0-15F078AE592E}" srcOrd="0" destOrd="0" presId="urn:microsoft.com/office/officeart/2018/2/layout/IconCircleList"/>
    <dgm:cxn modelId="{502B33AA-12C5-4827-88E4-D9DBEFCDA732}" type="presParOf" srcId="{EE7EC219-F86A-46DE-A599-B32287CA6773}" destId="{8C57DE66-0B3A-4B72-A842-98764D4F889F}" srcOrd="0" destOrd="0" presId="urn:microsoft.com/office/officeart/2018/2/layout/IconCircleList"/>
    <dgm:cxn modelId="{FB3A7206-200C-4241-8BE5-1CD4CF93994D}" type="presParOf" srcId="{8C57DE66-0B3A-4B72-A842-98764D4F889F}" destId="{3A84BFB8-0922-48B7-8A48-C1E7F930BC88}" srcOrd="0" destOrd="0" presId="urn:microsoft.com/office/officeart/2018/2/layout/IconCircleList"/>
    <dgm:cxn modelId="{1E2EA903-CCBC-43BE-A39B-E9BE65AD797F}" type="presParOf" srcId="{3A84BFB8-0922-48B7-8A48-C1E7F930BC88}" destId="{D478EA64-E196-4480-9BB0-0D3EB9E61CD6}" srcOrd="0" destOrd="0" presId="urn:microsoft.com/office/officeart/2018/2/layout/IconCircleList"/>
    <dgm:cxn modelId="{34229856-66CD-4A11-930E-8671FCAF8504}" type="presParOf" srcId="{3A84BFB8-0922-48B7-8A48-C1E7F930BC88}" destId="{99CC6A51-7B5F-4075-B6E8-0A5DC088B807}" srcOrd="1" destOrd="0" presId="urn:microsoft.com/office/officeart/2018/2/layout/IconCircleList"/>
    <dgm:cxn modelId="{6628282B-8BEB-4BC8-8643-5C616A71C65B}" type="presParOf" srcId="{3A84BFB8-0922-48B7-8A48-C1E7F930BC88}" destId="{ADEC2B88-CB3A-4D4B-A631-9F072EE8AA97}" srcOrd="2" destOrd="0" presId="urn:microsoft.com/office/officeart/2018/2/layout/IconCircleList"/>
    <dgm:cxn modelId="{D38EC7EF-9CD7-4530-B3D6-B7E1954715A0}" type="presParOf" srcId="{3A84BFB8-0922-48B7-8A48-C1E7F930BC88}" destId="{EACBF4F2-6D38-4ECE-9553-9AFB2862E251}" srcOrd="3" destOrd="0" presId="urn:microsoft.com/office/officeart/2018/2/layout/IconCircleList"/>
    <dgm:cxn modelId="{8D3679C4-DA37-47CA-A988-3641A6EC26A6}" type="presParOf" srcId="{8C57DE66-0B3A-4B72-A842-98764D4F889F}" destId="{2B281322-7801-4A96-848D-C26F34B20EE0}" srcOrd="1" destOrd="0" presId="urn:microsoft.com/office/officeart/2018/2/layout/IconCircleList"/>
    <dgm:cxn modelId="{2CACDAC6-0A8A-4E87-A969-00CA219A7A1C}" type="presParOf" srcId="{8C57DE66-0B3A-4B72-A842-98764D4F889F}" destId="{043D12AC-3FA4-450F-B19F-580AAD777E47}" srcOrd="2" destOrd="0" presId="urn:microsoft.com/office/officeart/2018/2/layout/IconCircleList"/>
    <dgm:cxn modelId="{9F7BF9E7-A126-45E9-AFBA-1487F7E12F79}" type="presParOf" srcId="{043D12AC-3FA4-450F-B19F-580AAD777E47}" destId="{B972B0E5-AB65-4847-BA6C-DCCA79378827}" srcOrd="0" destOrd="0" presId="urn:microsoft.com/office/officeart/2018/2/layout/IconCircleList"/>
    <dgm:cxn modelId="{4B8EC807-36BA-4D5E-A517-D63A9492A4E2}" type="presParOf" srcId="{043D12AC-3FA4-450F-B19F-580AAD777E47}" destId="{E275A679-F597-40D6-9C83-57C5D2982AF3}" srcOrd="1" destOrd="0" presId="urn:microsoft.com/office/officeart/2018/2/layout/IconCircleList"/>
    <dgm:cxn modelId="{991AD197-3F57-4489-914E-7FDC4658529C}" type="presParOf" srcId="{043D12AC-3FA4-450F-B19F-580AAD777E47}" destId="{C87C2124-C465-497F-A506-66E4987A2D08}" srcOrd="2" destOrd="0" presId="urn:microsoft.com/office/officeart/2018/2/layout/IconCircleList"/>
    <dgm:cxn modelId="{D205907B-58F7-45C1-B149-65C33363AF2A}" type="presParOf" srcId="{043D12AC-3FA4-450F-B19F-580AAD777E47}" destId="{FED01F8B-0D30-45D8-9210-B0C6B74F4819}" srcOrd="3" destOrd="0" presId="urn:microsoft.com/office/officeart/2018/2/layout/IconCircleList"/>
    <dgm:cxn modelId="{8E0EAE6A-3C54-4FC3-9B20-554681085751}" type="presParOf" srcId="{8C57DE66-0B3A-4B72-A842-98764D4F889F}" destId="{FDD5D1AA-344F-412C-B773-D15EB1CCA7D5}" srcOrd="3" destOrd="0" presId="urn:microsoft.com/office/officeart/2018/2/layout/IconCircleList"/>
    <dgm:cxn modelId="{2834491B-F1ED-4567-96A2-521F884FF835}" type="presParOf" srcId="{8C57DE66-0B3A-4B72-A842-98764D4F889F}" destId="{50C58BCE-D63B-4593-85F7-ABA281975D0C}" srcOrd="4" destOrd="0" presId="urn:microsoft.com/office/officeart/2018/2/layout/IconCircleList"/>
    <dgm:cxn modelId="{D8682AFF-28A5-459D-BD96-38F8D15FD5E2}" type="presParOf" srcId="{50C58BCE-D63B-4593-85F7-ABA281975D0C}" destId="{D771E13D-1F60-4CB7-AA0F-ABCF5583E696}" srcOrd="0" destOrd="0" presId="urn:microsoft.com/office/officeart/2018/2/layout/IconCircleList"/>
    <dgm:cxn modelId="{74972DC1-9C8E-4518-8294-48B76A6CAD2D}" type="presParOf" srcId="{50C58BCE-D63B-4593-85F7-ABA281975D0C}" destId="{12848435-95B0-4ED6-9BB1-A89913985217}" srcOrd="1" destOrd="0" presId="urn:microsoft.com/office/officeart/2018/2/layout/IconCircleList"/>
    <dgm:cxn modelId="{E8F67A47-8473-4481-814F-BFE7477A13E4}" type="presParOf" srcId="{50C58BCE-D63B-4593-85F7-ABA281975D0C}" destId="{6B4B8EED-EB15-4B8C-815B-C237A7D81858}" srcOrd="2" destOrd="0" presId="urn:microsoft.com/office/officeart/2018/2/layout/IconCircleList"/>
    <dgm:cxn modelId="{939D1279-5E23-442D-8CCD-861CF89EFE6C}" type="presParOf" srcId="{50C58BCE-D63B-4593-85F7-ABA281975D0C}" destId="{6CD0B0D4-8C3D-496F-AEE0-15F078AE592E}" srcOrd="3" destOrd="0" presId="urn:microsoft.com/office/officeart/2018/2/layout/IconCircleList"/>
    <dgm:cxn modelId="{BD1E331D-34F1-42AE-9AA6-22AA031C4D40}" type="presParOf" srcId="{8C57DE66-0B3A-4B72-A842-98764D4F889F}" destId="{5F5D973E-2125-47F4-9724-6A707E6A0D26}" srcOrd="5" destOrd="0" presId="urn:microsoft.com/office/officeart/2018/2/layout/IconCircleList"/>
    <dgm:cxn modelId="{033CB778-7D0F-4E33-9FF8-D0852D3AE4F4}" type="presParOf" srcId="{8C57DE66-0B3A-4B72-A842-98764D4F889F}" destId="{9E54A40C-D8F5-4C30-B46B-2EB6762C473D}" srcOrd="6" destOrd="0" presId="urn:microsoft.com/office/officeart/2018/2/layout/IconCircleList"/>
    <dgm:cxn modelId="{FCF50775-9221-45B4-8910-9967E7652D4E}" type="presParOf" srcId="{9E54A40C-D8F5-4C30-B46B-2EB6762C473D}" destId="{50CAA69B-3173-4DDA-83E0-747F34E76676}" srcOrd="0" destOrd="0" presId="urn:microsoft.com/office/officeart/2018/2/layout/IconCircleList"/>
    <dgm:cxn modelId="{951C3CED-9201-43F3-A920-DE1E327EDEAB}" type="presParOf" srcId="{9E54A40C-D8F5-4C30-B46B-2EB6762C473D}" destId="{7D80F74B-F5A7-49EF-A37B-B6A70869E6DC}" srcOrd="1" destOrd="0" presId="urn:microsoft.com/office/officeart/2018/2/layout/IconCircleList"/>
    <dgm:cxn modelId="{ED2F2508-B3C4-4255-AAAB-9314320A5A5D}" type="presParOf" srcId="{9E54A40C-D8F5-4C30-B46B-2EB6762C473D}" destId="{91FE353E-2545-444D-896D-5BED57421F4A}" srcOrd="2" destOrd="0" presId="urn:microsoft.com/office/officeart/2018/2/layout/IconCircleList"/>
    <dgm:cxn modelId="{01648E6C-F4E4-42C3-B8BB-EC6055F98C52}" type="presParOf" srcId="{9E54A40C-D8F5-4C30-B46B-2EB6762C473D}" destId="{AAA11187-A45B-4283-BC93-F4F627BDAE0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28B13A-C9E5-4402-A36E-CD1788E0CF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1DD87800-C06F-4543-BEAC-60843DC1CD10}">
      <dgm:prSet/>
      <dgm:spPr/>
      <dgm:t>
        <a:bodyPr/>
        <a:lstStyle/>
        <a:p>
          <a:r>
            <a:rPr lang="en-GB"/>
            <a:t>Develop secure &amp; scalable digital wallet</a:t>
          </a:r>
          <a:endParaRPr lang="en-US"/>
        </a:p>
      </dgm:t>
    </dgm:pt>
    <dgm:pt modelId="{6CAF9729-850F-4171-8102-A4058EFA812E}" type="parTrans" cxnId="{5F1FE051-8332-4655-BFA1-346DDC54E9FF}">
      <dgm:prSet/>
      <dgm:spPr/>
      <dgm:t>
        <a:bodyPr/>
        <a:lstStyle/>
        <a:p>
          <a:endParaRPr lang="en-US"/>
        </a:p>
      </dgm:t>
    </dgm:pt>
    <dgm:pt modelId="{DE1F74F8-587E-46DD-BB12-31B29A6EA487}" type="sibTrans" cxnId="{5F1FE051-8332-4655-BFA1-346DDC54E9FF}">
      <dgm:prSet/>
      <dgm:spPr/>
      <dgm:t>
        <a:bodyPr/>
        <a:lstStyle/>
        <a:p>
          <a:endParaRPr lang="en-US"/>
        </a:p>
      </dgm:t>
    </dgm:pt>
    <dgm:pt modelId="{D3573828-2E78-4D22-B5AC-BDBE589C061A}">
      <dgm:prSet/>
      <dgm:spPr/>
      <dgm:t>
        <a:bodyPr/>
        <a:lstStyle/>
        <a:p>
          <a:r>
            <a:rPr lang="en-GB"/>
            <a:t>Automate expense categorization</a:t>
          </a:r>
          <a:endParaRPr lang="en-US"/>
        </a:p>
      </dgm:t>
    </dgm:pt>
    <dgm:pt modelId="{1E6018CA-07D8-4989-BFF9-3CC91E037987}" type="parTrans" cxnId="{F55B84D2-4687-45E4-918B-F4AECA388F8A}">
      <dgm:prSet/>
      <dgm:spPr/>
      <dgm:t>
        <a:bodyPr/>
        <a:lstStyle/>
        <a:p>
          <a:endParaRPr lang="en-US"/>
        </a:p>
      </dgm:t>
    </dgm:pt>
    <dgm:pt modelId="{2B23E857-3F30-473E-BB5F-56FF755C91EF}" type="sibTrans" cxnId="{F55B84D2-4687-45E4-918B-F4AECA388F8A}">
      <dgm:prSet/>
      <dgm:spPr/>
      <dgm:t>
        <a:bodyPr/>
        <a:lstStyle/>
        <a:p>
          <a:endParaRPr lang="en-US"/>
        </a:p>
      </dgm:t>
    </dgm:pt>
    <dgm:pt modelId="{673BC1EC-D256-4566-BF26-4CC49314129B}">
      <dgm:prSet/>
      <dgm:spPr/>
      <dgm:t>
        <a:bodyPr/>
        <a:lstStyle/>
        <a:p>
          <a:r>
            <a:rPr lang="en-GB"/>
            <a:t>Provide AI-based predictions &amp; recommendations</a:t>
          </a:r>
          <a:endParaRPr lang="en-US"/>
        </a:p>
      </dgm:t>
    </dgm:pt>
    <dgm:pt modelId="{440F24C7-D9AE-4C67-9182-D6DCE8581E5B}" type="parTrans" cxnId="{469B5FC3-8460-4DCF-BB96-E1B560284D7D}">
      <dgm:prSet/>
      <dgm:spPr/>
      <dgm:t>
        <a:bodyPr/>
        <a:lstStyle/>
        <a:p>
          <a:endParaRPr lang="en-US"/>
        </a:p>
      </dgm:t>
    </dgm:pt>
    <dgm:pt modelId="{3B06E270-7F08-4660-A571-3263639C6F1B}" type="sibTrans" cxnId="{469B5FC3-8460-4DCF-BB96-E1B560284D7D}">
      <dgm:prSet/>
      <dgm:spPr/>
      <dgm:t>
        <a:bodyPr/>
        <a:lstStyle/>
        <a:p>
          <a:endParaRPr lang="en-US"/>
        </a:p>
      </dgm:t>
    </dgm:pt>
    <dgm:pt modelId="{926209F5-11EE-4490-9462-3C0A94A7F635}">
      <dgm:prSet/>
      <dgm:spPr/>
      <dgm:t>
        <a:bodyPr/>
        <a:lstStyle/>
        <a:p>
          <a:r>
            <a:rPr lang="en-GB"/>
            <a:t>Enable offline-first functionality</a:t>
          </a:r>
          <a:endParaRPr lang="en-US"/>
        </a:p>
      </dgm:t>
    </dgm:pt>
    <dgm:pt modelId="{D7E10A15-1D0B-4C8C-B3A7-6865E757D8BF}" type="parTrans" cxnId="{65407EB0-99FB-4A13-863F-EC0628A17C82}">
      <dgm:prSet/>
      <dgm:spPr/>
      <dgm:t>
        <a:bodyPr/>
        <a:lstStyle/>
        <a:p>
          <a:endParaRPr lang="en-US"/>
        </a:p>
      </dgm:t>
    </dgm:pt>
    <dgm:pt modelId="{BC2248B7-8813-4B7F-9D05-0A86C2DD8636}" type="sibTrans" cxnId="{65407EB0-99FB-4A13-863F-EC0628A17C82}">
      <dgm:prSet/>
      <dgm:spPr/>
      <dgm:t>
        <a:bodyPr/>
        <a:lstStyle/>
        <a:p>
          <a:endParaRPr lang="en-US"/>
        </a:p>
      </dgm:t>
    </dgm:pt>
    <dgm:pt modelId="{9A75D87F-8C12-436E-B951-5A42871B2797}">
      <dgm:prSet/>
      <dgm:spPr/>
      <dgm:t>
        <a:bodyPr/>
        <a:lstStyle/>
        <a:p>
          <a:r>
            <a:rPr lang="en-GB"/>
            <a:t>Ensure strong security</a:t>
          </a:r>
          <a:endParaRPr lang="en-US"/>
        </a:p>
      </dgm:t>
    </dgm:pt>
    <dgm:pt modelId="{B86B8A16-FDA3-4C2C-8EE2-0DCEE1F5861F}" type="parTrans" cxnId="{431C18FA-A195-417F-A2C9-76B44C4C58BE}">
      <dgm:prSet/>
      <dgm:spPr/>
      <dgm:t>
        <a:bodyPr/>
        <a:lstStyle/>
        <a:p>
          <a:endParaRPr lang="en-US"/>
        </a:p>
      </dgm:t>
    </dgm:pt>
    <dgm:pt modelId="{3D56F0CB-FD25-4AEF-A23A-48105D1341B0}" type="sibTrans" cxnId="{431C18FA-A195-417F-A2C9-76B44C4C58BE}">
      <dgm:prSet/>
      <dgm:spPr/>
      <dgm:t>
        <a:bodyPr/>
        <a:lstStyle/>
        <a:p>
          <a:endParaRPr lang="en-US"/>
        </a:p>
      </dgm:t>
    </dgm:pt>
    <dgm:pt modelId="{5A9D506D-7B36-475D-8789-CE2F732C1695}" type="pres">
      <dgm:prSet presAssocID="{C328B13A-C9E5-4402-A36E-CD1788E0CFFF}" presName="root" presStyleCnt="0">
        <dgm:presLayoutVars>
          <dgm:dir/>
          <dgm:resizeHandles val="exact"/>
        </dgm:presLayoutVars>
      </dgm:prSet>
      <dgm:spPr/>
    </dgm:pt>
    <dgm:pt modelId="{6AC7C17D-32D6-4909-95BD-F39F7654D8EC}" type="pres">
      <dgm:prSet presAssocID="{1DD87800-C06F-4543-BEAC-60843DC1CD10}" presName="compNode" presStyleCnt="0"/>
      <dgm:spPr/>
    </dgm:pt>
    <dgm:pt modelId="{C0E6CFA2-9AEF-4A60-9BB0-340D75B11318}" type="pres">
      <dgm:prSet presAssocID="{1DD87800-C06F-4543-BEAC-60843DC1CD10}" presName="bgRect" presStyleLbl="bgShp" presStyleIdx="0" presStyleCnt="5"/>
      <dgm:spPr/>
    </dgm:pt>
    <dgm:pt modelId="{684B2CBC-380F-4A97-A976-D1C92A9F1D87}" type="pres">
      <dgm:prSet presAssocID="{1DD87800-C06F-4543-BEAC-60843DC1CD1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14BDAEAC-97CB-4B4F-9203-01D55B684054}" type="pres">
      <dgm:prSet presAssocID="{1DD87800-C06F-4543-BEAC-60843DC1CD10}" presName="spaceRect" presStyleCnt="0"/>
      <dgm:spPr/>
    </dgm:pt>
    <dgm:pt modelId="{F556D936-25D6-4455-A724-D6EAB5443EB4}" type="pres">
      <dgm:prSet presAssocID="{1DD87800-C06F-4543-BEAC-60843DC1CD10}" presName="parTx" presStyleLbl="revTx" presStyleIdx="0" presStyleCnt="5">
        <dgm:presLayoutVars>
          <dgm:chMax val="0"/>
          <dgm:chPref val="0"/>
        </dgm:presLayoutVars>
      </dgm:prSet>
      <dgm:spPr/>
    </dgm:pt>
    <dgm:pt modelId="{9CD274C8-A2C3-4E57-A2B8-0D94BD24CF83}" type="pres">
      <dgm:prSet presAssocID="{DE1F74F8-587E-46DD-BB12-31B29A6EA487}" presName="sibTrans" presStyleCnt="0"/>
      <dgm:spPr/>
    </dgm:pt>
    <dgm:pt modelId="{0597B3F0-A729-4259-8FDF-A34508072DCF}" type="pres">
      <dgm:prSet presAssocID="{D3573828-2E78-4D22-B5AC-BDBE589C061A}" presName="compNode" presStyleCnt="0"/>
      <dgm:spPr/>
    </dgm:pt>
    <dgm:pt modelId="{F09E2A20-BC28-4CDD-BB30-9473462E9E4C}" type="pres">
      <dgm:prSet presAssocID="{D3573828-2E78-4D22-B5AC-BDBE589C061A}" presName="bgRect" presStyleLbl="bgShp" presStyleIdx="1" presStyleCnt="5"/>
      <dgm:spPr/>
    </dgm:pt>
    <dgm:pt modelId="{37FC533B-1973-44E5-8495-C89C0163D23B}" type="pres">
      <dgm:prSet presAssocID="{D3573828-2E78-4D22-B5AC-BDBE589C061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32C1453-3AE3-474B-97A4-90A3628E536F}" type="pres">
      <dgm:prSet presAssocID="{D3573828-2E78-4D22-B5AC-BDBE589C061A}" presName="spaceRect" presStyleCnt="0"/>
      <dgm:spPr/>
    </dgm:pt>
    <dgm:pt modelId="{20FEF57C-3DC9-4279-910B-7B795C4F31C3}" type="pres">
      <dgm:prSet presAssocID="{D3573828-2E78-4D22-B5AC-BDBE589C061A}" presName="parTx" presStyleLbl="revTx" presStyleIdx="1" presStyleCnt="5">
        <dgm:presLayoutVars>
          <dgm:chMax val="0"/>
          <dgm:chPref val="0"/>
        </dgm:presLayoutVars>
      </dgm:prSet>
      <dgm:spPr/>
    </dgm:pt>
    <dgm:pt modelId="{4ADED805-90F6-4F63-948A-624678A568F2}" type="pres">
      <dgm:prSet presAssocID="{2B23E857-3F30-473E-BB5F-56FF755C91EF}" presName="sibTrans" presStyleCnt="0"/>
      <dgm:spPr/>
    </dgm:pt>
    <dgm:pt modelId="{182A1271-E207-4A39-A276-DE679DEFDB29}" type="pres">
      <dgm:prSet presAssocID="{673BC1EC-D256-4566-BF26-4CC49314129B}" presName="compNode" presStyleCnt="0"/>
      <dgm:spPr/>
    </dgm:pt>
    <dgm:pt modelId="{B9FD048C-BEA5-4535-84BD-4EEB516F5805}" type="pres">
      <dgm:prSet presAssocID="{673BC1EC-D256-4566-BF26-4CC49314129B}" presName="bgRect" presStyleLbl="bgShp" presStyleIdx="2" presStyleCnt="5"/>
      <dgm:spPr/>
    </dgm:pt>
    <dgm:pt modelId="{30F3B853-DFDA-4D9E-B5EF-5816870EE4D4}" type="pres">
      <dgm:prSet presAssocID="{673BC1EC-D256-4566-BF26-4CC49314129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B96ECCF9-1D93-424F-A00B-07897E0ACB80}" type="pres">
      <dgm:prSet presAssocID="{673BC1EC-D256-4566-BF26-4CC49314129B}" presName="spaceRect" presStyleCnt="0"/>
      <dgm:spPr/>
    </dgm:pt>
    <dgm:pt modelId="{8FC42CF2-9DEC-4EB7-9849-9990B7CCC34C}" type="pres">
      <dgm:prSet presAssocID="{673BC1EC-D256-4566-BF26-4CC49314129B}" presName="parTx" presStyleLbl="revTx" presStyleIdx="2" presStyleCnt="5">
        <dgm:presLayoutVars>
          <dgm:chMax val="0"/>
          <dgm:chPref val="0"/>
        </dgm:presLayoutVars>
      </dgm:prSet>
      <dgm:spPr/>
    </dgm:pt>
    <dgm:pt modelId="{4DD2E719-5A5A-4DC0-B5EA-CF691245917B}" type="pres">
      <dgm:prSet presAssocID="{3B06E270-7F08-4660-A571-3263639C6F1B}" presName="sibTrans" presStyleCnt="0"/>
      <dgm:spPr/>
    </dgm:pt>
    <dgm:pt modelId="{0BBF6A2B-C93C-4CE5-84A4-143CECF5FF57}" type="pres">
      <dgm:prSet presAssocID="{926209F5-11EE-4490-9462-3C0A94A7F635}" presName="compNode" presStyleCnt="0"/>
      <dgm:spPr/>
    </dgm:pt>
    <dgm:pt modelId="{CACFB294-5D2A-419D-9297-4ACC04E6AA42}" type="pres">
      <dgm:prSet presAssocID="{926209F5-11EE-4490-9462-3C0A94A7F635}" presName="bgRect" presStyleLbl="bgShp" presStyleIdx="3" presStyleCnt="5"/>
      <dgm:spPr/>
    </dgm:pt>
    <dgm:pt modelId="{B1CE3DC1-B8DA-4148-A0D3-0BFD35A821F0}" type="pres">
      <dgm:prSet presAssocID="{926209F5-11EE-4490-9462-3C0A94A7F63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B82E00A-D38F-4D36-A35D-92B867F15ADE}" type="pres">
      <dgm:prSet presAssocID="{926209F5-11EE-4490-9462-3C0A94A7F635}" presName="spaceRect" presStyleCnt="0"/>
      <dgm:spPr/>
    </dgm:pt>
    <dgm:pt modelId="{132742C9-9EB8-444A-8915-255FCB91BF72}" type="pres">
      <dgm:prSet presAssocID="{926209F5-11EE-4490-9462-3C0A94A7F635}" presName="parTx" presStyleLbl="revTx" presStyleIdx="3" presStyleCnt="5">
        <dgm:presLayoutVars>
          <dgm:chMax val="0"/>
          <dgm:chPref val="0"/>
        </dgm:presLayoutVars>
      </dgm:prSet>
      <dgm:spPr/>
    </dgm:pt>
    <dgm:pt modelId="{DF5FE159-7703-449E-82B1-B55BB6DA0D90}" type="pres">
      <dgm:prSet presAssocID="{BC2248B7-8813-4B7F-9D05-0A86C2DD8636}" presName="sibTrans" presStyleCnt="0"/>
      <dgm:spPr/>
    </dgm:pt>
    <dgm:pt modelId="{35BDEC07-04B9-4810-9594-738C845BF8BB}" type="pres">
      <dgm:prSet presAssocID="{9A75D87F-8C12-436E-B951-5A42871B2797}" presName="compNode" presStyleCnt="0"/>
      <dgm:spPr/>
    </dgm:pt>
    <dgm:pt modelId="{77E71AD8-1B92-418E-98A2-9ADCE5ADD11A}" type="pres">
      <dgm:prSet presAssocID="{9A75D87F-8C12-436E-B951-5A42871B2797}" presName="bgRect" presStyleLbl="bgShp" presStyleIdx="4" presStyleCnt="5"/>
      <dgm:spPr/>
    </dgm:pt>
    <dgm:pt modelId="{C385134D-B370-45A8-AE3E-D5670CADED49}" type="pres">
      <dgm:prSet presAssocID="{9A75D87F-8C12-436E-B951-5A42871B27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C6E510D-5E5C-4EE7-BA8C-C6EC77965D10}" type="pres">
      <dgm:prSet presAssocID="{9A75D87F-8C12-436E-B951-5A42871B2797}" presName="spaceRect" presStyleCnt="0"/>
      <dgm:spPr/>
    </dgm:pt>
    <dgm:pt modelId="{AEDC26B4-27CD-4D4C-885B-F7036155AE0C}" type="pres">
      <dgm:prSet presAssocID="{9A75D87F-8C12-436E-B951-5A42871B279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CC53401-A2E7-47C2-BF6D-73C18D673182}" type="presOf" srcId="{C328B13A-C9E5-4402-A36E-CD1788E0CFFF}" destId="{5A9D506D-7B36-475D-8789-CE2F732C1695}" srcOrd="0" destOrd="0" presId="urn:microsoft.com/office/officeart/2018/2/layout/IconVerticalSolidList"/>
    <dgm:cxn modelId="{C7D86663-D138-4709-98C2-2936EDBAA323}" type="presOf" srcId="{1DD87800-C06F-4543-BEAC-60843DC1CD10}" destId="{F556D936-25D6-4455-A724-D6EAB5443EB4}" srcOrd="0" destOrd="0" presId="urn:microsoft.com/office/officeart/2018/2/layout/IconVerticalSolidList"/>
    <dgm:cxn modelId="{5F1FE051-8332-4655-BFA1-346DDC54E9FF}" srcId="{C328B13A-C9E5-4402-A36E-CD1788E0CFFF}" destId="{1DD87800-C06F-4543-BEAC-60843DC1CD10}" srcOrd="0" destOrd="0" parTransId="{6CAF9729-850F-4171-8102-A4058EFA812E}" sibTransId="{DE1F74F8-587E-46DD-BB12-31B29A6EA487}"/>
    <dgm:cxn modelId="{F3683086-73E6-4565-9CB1-D0D02C0B3ABA}" type="presOf" srcId="{9A75D87F-8C12-436E-B951-5A42871B2797}" destId="{AEDC26B4-27CD-4D4C-885B-F7036155AE0C}" srcOrd="0" destOrd="0" presId="urn:microsoft.com/office/officeart/2018/2/layout/IconVerticalSolidList"/>
    <dgm:cxn modelId="{7F44E38B-63C3-463C-ACA8-D96E370F0223}" type="presOf" srcId="{D3573828-2E78-4D22-B5AC-BDBE589C061A}" destId="{20FEF57C-3DC9-4279-910B-7B795C4F31C3}" srcOrd="0" destOrd="0" presId="urn:microsoft.com/office/officeart/2018/2/layout/IconVerticalSolidList"/>
    <dgm:cxn modelId="{04C29697-8C68-4136-B87C-9E1D47AEE171}" type="presOf" srcId="{926209F5-11EE-4490-9462-3C0A94A7F635}" destId="{132742C9-9EB8-444A-8915-255FCB91BF72}" srcOrd="0" destOrd="0" presId="urn:microsoft.com/office/officeart/2018/2/layout/IconVerticalSolidList"/>
    <dgm:cxn modelId="{65407EB0-99FB-4A13-863F-EC0628A17C82}" srcId="{C328B13A-C9E5-4402-A36E-CD1788E0CFFF}" destId="{926209F5-11EE-4490-9462-3C0A94A7F635}" srcOrd="3" destOrd="0" parTransId="{D7E10A15-1D0B-4C8C-B3A7-6865E757D8BF}" sibTransId="{BC2248B7-8813-4B7F-9D05-0A86C2DD8636}"/>
    <dgm:cxn modelId="{8A1862BB-2A14-46B3-A834-16DE94992655}" type="presOf" srcId="{673BC1EC-D256-4566-BF26-4CC49314129B}" destId="{8FC42CF2-9DEC-4EB7-9849-9990B7CCC34C}" srcOrd="0" destOrd="0" presId="urn:microsoft.com/office/officeart/2018/2/layout/IconVerticalSolidList"/>
    <dgm:cxn modelId="{469B5FC3-8460-4DCF-BB96-E1B560284D7D}" srcId="{C328B13A-C9E5-4402-A36E-CD1788E0CFFF}" destId="{673BC1EC-D256-4566-BF26-4CC49314129B}" srcOrd="2" destOrd="0" parTransId="{440F24C7-D9AE-4C67-9182-D6DCE8581E5B}" sibTransId="{3B06E270-7F08-4660-A571-3263639C6F1B}"/>
    <dgm:cxn modelId="{F55B84D2-4687-45E4-918B-F4AECA388F8A}" srcId="{C328B13A-C9E5-4402-A36E-CD1788E0CFFF}" destId="{D3573828-2E78-4D22-B5AC-BDBE589C061A}" srcOrd="1" destOrd="0" parTransId="{1E6018CA-07D8-4989-BFF9-3CC91E037987}" sibTransId="{2B23E857-3F30-473E-BB5F-56FF755C91EF}"/>
    <dgm:cxn modelId="{431C18FA-A195-417F-A2C9-76B44C4C58BE}" srcId="{C328B13A-C9E5-4402-A36E-CD1788E0CFFF}" destId="{9A75D87F-8C12-436E-B951-5A42871B2797}" srcOrd="4" destOrd="0" parTransId="{B86B8A16-FDA3-4C2C-8EE2-0DCEE1F5861F}" sibTransId="{3D56F0CB-FD25-4AEF-A23A-48105D1341B0}"/>
    <dgm:cxn modelId="{1476ACAF-B02F-4A98-88C7-75DB0DED6B6A}" type="presParOf" srcId="{5A9D506D-7B36-475D-8789-CE2F732C1695}" destId="{6AC7C17D-32D6-4909-95BD-F39F7654D8EC}" srcOrd="0" destOrd="0" presId="urn:microsoft.com/office/officeart/2018/2/layout/IconVerticalSolidList"/>
    <dgm:cxn modelId="{CD1EC5B5-CB9C-464C-A310-A3C51DEAF0B1}" type="presParOf" srcId="{6AC7C17D-32D6-4909-95BD-F39F7654D8EC}" destId="{C0E6CFA2-9AEF-4A60-9BB0-340D75B11318}" srcOrd="0" destOrd="0" presId="urn:microsoft.com/office/officeart/2018/2/layout/IconVerticalSolidList"/>
    <dgm:cxn modelId="{2FD8A85F-0766-4CED-B298-8C8796CB424A}" type="presParOf" srcId="{6AC7C17D-32D6-4909-95BD-F39F7654D8EC}" destId="{684B2CBC-380F-4A97-A976-D1C92A9F1D87}" srcOrd="1" destOrd="0" presId="urn:microsoft.com/office/officeart/2018/2/layout/IconVerticalSolidList"/>
    <dgm:cxn modelId="{29E86970-FE95-44A2-95A1-B8996E3B6D86}" type="presParOf" srcId="{6AC7C17D-32D6-4909-95BD-F39F7654D8EC}" destId="{14BDAEAC-97CB-4B4F-9203-01D55B684054}" srcOrd="2" destOrd="0" presId="urn:microsoft.com/office/officeart/2018/2/layout/IconVerticalSolidList"/>
    <dgm:cxn modelId="{607DEC56-B3A8-4AF5-9A68-2F1239CA3EFF}" type="presParOf" srcId="{6AC7C17D-32D6-4909-95BD-F39F7654D8EC}" destId="{F556D936-25D6-4455-A724-D6EAB5443EB4}" srcOrd="3" destOrd="0" presId="urn:microsoft.com/office/officeart/2018/2/layout/IconVerticalSolidList"/>
    <dgm:cxn modelId="{A13C1B9F-DDAB-4FCD-96CE-5D952A28872E}" type="presParOf" srcId="{5A9D506D-7B36-475D-8789-CE2F732C1695}" destId="{9CD274C8-A2C3-4E57-A2B8-0D94BD24CF83}" srcOrd="1" destOrd="0" presId="urn:microsoft.com/office/officeart/2018/2/layout/IconVerticalSolidList"/>
    <dgm:cxn modelId="{654431BF-A92F-4C5D-AED9-1F9C8E9A6F55}" type="presParOf" srcId="{5A9D506D-7B36-475D-8789-CE2F732C1695}" destId="{0597B3F0-A729-4259-8FDF-A34508072DCF}" srcOrd="2" destOrd="0" presId="urn:microsoft.com/office/officeart/2018/2/layout/IconVerticalSolidList"/>
    <dgm:cxn modelId="{BC01BF04-12EE-4573-99DE-17C044195D0A}" type="presParOf" srcId="{0597B3F0-A729-4259-8FDF-A34508072DCF}" destId="{F09E2A20-BC28-4CDD-BB30-9473462E9E4C}" srcOrd="0" destOrd="0" presId="urn:microsoft.com/office/officeart/2018/2/layout/IconVerticalSolidList"/>
    <dgm:cxn modelId="{447CB1E5-9D25-41C4-B6E7-CB22A46C7B78}" type="presParOf" srcId="{0597B3F0-A729-4259-8FDF-A34508072DCF}" destId="{37FC533B-1973-44E5-8495-C89C0163D23B}" srcOrd="1" destOrd="0" presId="urn:microsoft.com/office/officeart/2018/2/layout/IconVerticalSolidList"/>
    <dgm:cxn modelId="{6A988B7D-6BCA-4F04-8DDB-F4A1028EC714}" type="presParOf" srcId="{0597B3F0-A729-4259-8FDF-A34508072DCF}" destId="{532C1453-3AE3-474B-97A4-90A3628E536F}" srcOrd="2" destOrd="0" presId="urn:microsoft.com/office/officeart/2018/2/layout/IconVerticalSolidList"/>
    <dgm:cxn modelId="{0B2B058F-C5A2-47A4-8652-CC64A06932CF}" type="presParOf" srcId="{0597B3F0-A729-4259-8FDF-A34508072DCF}" destId="{20FEF57C-3DC9-4279-910B-7B795C4F31C3}" srcOrd="3" destOrd="0" presId="urn:microsoft.com/office/officeart/2018/2/layout/IconVerticalSolidList"/>
    <dgm:cxn modelId="{B06FBCA6-91B2-4ED7-9949-AB7B28E4F179}" type="presParOf" srcId="{5A9D506D-7B36-475D-8789-CE2F732C1695}" destId="{4ADED805-90F6-4F63-948A-624678A568F2}" srcOrd="3" destOrd="0" presId="urn:microsoft.com/office/officeart/2018/2/layout/IconVerticalSolidList"/>
    <dgm:cxn modelId="{F9EFB773-F7E8-41F6-844F-191094E17D6A}" type="presParOf" srcId="{5A9D506D-7B36-475D-8789-CE2F732C1695}" destId="{182A1271-E207-4A39-A276-DE679DEFDB29}" srcOrd="4" destOrd="0" presId="urn:microsoft.com/office/officeart/2018/2/layout/IconVerticalSolidList"/>
    <dgm:cxn modelId="{355E706C-9A1A-4EBA-A170-AE2107371267}" type="presParOf" srcId="{182A1271-E207-4A39-A276-DE679DEFDB29}" destId="{B9FD048C-BEA5-4535-84BD-4EEB516F5805}" srcOrd="0" destOrd="0" presId="urn:microsoft.com/office/officeart/2018/2/layout/IconVerticalSolidList"/>
    <dgm:cxn modelId="{CDB9BC54-F80B-4235-B8A6-6690E6E08EB5}" type="presParOf" srcId="{182A1271-E207-4A39-A276-DE679DEFDB29}" destId="{30F3B853-DFDA-4D9E-B5EF-5816870EE4D4}" srcOrd="1" destOrd="0" presId="urn:microsoft.com/office/officeart/2018/2/layout/IconVerticalSolidList"/>
    <dgm:cxn modelId="{97377FBF-8143-4D65-88AE-4EDBC3FC7996}" type="presParOf" srcId="{182A1271-E207-4A39-A276-DE679DEFDB29}" destId="{B96ECCF9-1D93-424F-A00B-07897E0ACB80}" srcOrd="2" destOrd="0" presId="urn:microsoft.com/office/officeart/2018/2/layout/IconVerticalSolidList"/>
    <dgm:cxn modelId="{99F5F2A8-BD13-442C-8F26-BE0E35F08705}" type="presParOf" srcId="{182A1271-E207-4A39-A276-DE679DEFDB29}" destId="{8FC42CF2-9DEC-4EB7-9849-9990B7CCC34C}" srcOrd="3" destOrd="0" presId="urn:microsoft.com/office/officeart/2018/2/layout/IconVerticalSolidList"/>
    <dgm:cxn modelId="{58A1F257-54F8-490A-957D-973836CBE982}" type="presParOf" srcId="{5A9D506D-7B36-475D-8789-CE2F732C1695}" destId="{4DD2E719-5A5A-4DC0-B5EA-CF691245917B}" srcOrd="5" destOrd="0" presId="urn:microsoft.com/office/officeart/2018/2/layout/IconVerticalSolidList"/>
    <dgm:cxn modelId="{8AE331C2-BDC6-4318-AE9F-EE21A0F1B450}" type="presParOf" srcId="{5A9D506D-7B36-475D-8789-CE2F732C1695}" destId="{0BBF6A2B-C93C-4CE5-84A4-143CECF5FF57}" srcOrd="6" destOrd="0" presId="urn:microsoft.com/office/officeart/2018/2/layout/IconVerticalSolidList"/>
    <dgm:cxn modelId="{52B405B4-B967-4337-9A13-799B24E8885F}" type="presParOf" srcId="{0BBF6A2B-C93C-4CE5-84A4-143CECF5FF57}" destId="{CACFB294-5D2A-419D-9297-4ACC04E6AA42}" srcOrd="0" destOrd="0" presId="urn:microsoft.com/office/officeart/2018/2/layout/IconVerticalSolidList"/>
    <dgm:cxn modelId="{CE389F86-92D0-421B-BE40-1587FAA747F8}" type="presParOf" srcId="{0BBF6A2B-C93C-4CE5-84A4-143CECF5FF57}" destId="{B1CE3DC1-B8DA-4148-A0D3-0BFD35A821F0}" srcOrd="1" destOrd="0" presId="urn:microsoft.com/office/officeart/2018/2/layout/IconVerticalSolidList"/>
    <dgm:cxn modelId="{98B3A9E6-BCF6-438A-A418-58A79C226073}" type="presParOf" srcId="{0BBF6A2B-C93C-4CE5-84A4-143CECF5FF57}" destId="{CB82E00A-D38F-4D36-A35D-92B867F15ADE}" srcOrd="2" destOrd="0" presId="urn:microsoft.com/office/officeart/2018/2/layout/IconVerticalSolidList"/>
    <dgm:cxn modelId="{DC9D607C-7D91-4D62-968F-7850B43CE3BD}" type="presParOf" srcId="{0BBF6A2B-C93C-4CE5-84A4-143CECF5FF57}" destId="{132742C9-9EB8-444A-8915-255FCB91BF72}" srcOrd="3" destOrd="0" presId="urn:microsoft.com/office/officeart/2018/2/layout/IconVerticalSolidList"/>
    <dgm:cxn modelId="{74A0AD75-556E-435E-9130-31351F1C081B}" type="presParOf" srcId="{5A9D506D-7B36-475D-8789-CE2F732C1695}" destId="{DF5FE159-7703-449E-82B1-B55BB6DA0D90}" srcOrd="7" destOrd="0" presId="urn:microsoft.com/office/officeart/2018/2/layout/IconVerticalSolidList"/>
    <dgm:cxn modelId="{AE197F56-8057-43FF-BA7E-6084B57D5447}" type="presParOf" srcId="{5A9D506D-7B36-475D-8789-CE2F732C1695}" destId="{35BDEC07-04B9-4810-9594-738C845BF8BB}" srcOrd="8" destOrd="0" presId="urn:microsoft.com/office/officeart/2018/2/layout/IconVerticalSolidList"/>
    <dgm:cxn modelId="{7B8AC8D0-19F8-4B4E-AECD-30EB68AD05C2}" type="presParOf" srcId="{35BDEC07-04B9-4810-9594-738C845BF8BB}" destId="{77E71AD8-1B92-418E-98A2-9ADCE5ADD11A}" srcOrd="0" destOrd="0" presId="urn:microsoft.com/office/officeart/2018/2/layout/IconVerticalSolidList"/>
    <dgm:cxn modelId="{1F5E7620-3D6A-44E8-BA5A-8B994B8932C3}" type="presParOf" srcId="{35BDEC07-04B9-4810-9594-738C845BF8BB}" destId="{C385134D-B370-45A8-AE3E-D5670CADED49}" srcOrd="1" destOrd="0" presId="urn:microsoft.com/office/officeart/2018/2/layout/IconVerticalSolidList"/>
    <dgm:cxn modelId="{52D71D5C-430A-4B56-93D2-0AC342D557EB}" type="presParOf" srcId="{35BDEC07-04B9-4810-9594-738C845BF8BB}" destId="{9C6E510D-5E5C-4EE7-BA8C-C6EC77965D10}" srcOrd="2" destOrd="0" presId="urn:microsoft.com/office/officeart/2018/2/layout/IconVerticalSolidList"/>
    <dgm:cxn modelId="{45446DCB-37BE-4DCA-A5FF-3D1958FF9AF1}" type="presParOf" srcId="{35BDEC07-04B9-4810-9594-738C845BF8BB}" destId="{AEDC26B4-27CD-4D4C-885B-F7036155AE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7F4E62-B19C-4F70-9347-295AC9B401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D2519A-99F3-4273-83AC-EEC6EE690EB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Improved financial awareness</a:t>
          </a:r>
          <a:endParaRPr lang="en-US"/>
        </a:p>
      </dgm:t>
    </dgm:pt>
    <dgm:pt modelId="{42AD9C69-42D5-402F-9261-069D0B3EBDB7}" type="parTrans" cxnId="{B5142BB8-C205-414E-A50F-E882E34E2ECC}">
      <dgm:prSet/>
      <dgm:spPr/>
      <dgm:t>
        <a:bodyPr/>
        <a:lstStyle/>
        <a:p>
          <a:endParaRPr lang="en-US"/>
        </a:p>
      </dgm:t>
    </dgm:pt>
    <dgm:pt modelId="{60F94EEA-FA5F-47EF-9CA7-6D7B4D620E31}" type="sibTrans" cxnId="{B5142BB8-C205-414E-A50F-E882E34E2ECC}">
      <dgm:prSet/>
      <dgm:spPr/>
      <dgm:t>
        <a:bodyPr/>
        <a:lstStyle/>
        <a:p>
          <a:endParaRPr lang="en-US"/>
        </a:p>
      </dgm:t>
    </dgm:pt>
    <dgm:pt modelId="{17C3CBFA-7948-4075-805D-DD468032D6B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Reduced fraud</a:t>
          </a:r>
          <a:endParaRPr lang="en-US"/>
        </a:p>
      </dgm:t>
    </dgm:pt>
    <dgm:pt modelId="{32EA6907-C37D-46BC-AA2E-E072DC7922A4}" type="parTrans" cxnId="{1374BAFB-D9E8-48FF-9BDD-D45931636F0D}">
      <dgm:prSet/>
      <dgm:spPr/>
      <dgm:t>
        <a:bodyPr/>
        <a:lstStyle/>
        <a:p>
          <a:endParaRPr lang="en-US"/>
        </a:p>
      </dgm:t>
    </dgm:pt>
    <dgm:pt modelId="{994B4B62-745A-4B51-9E5B-24652A4E97C3}" type="sibTrans" cxnId="{1374BAFB-D9E8-48FF-9BDD-D45931636F0D}">
      <dgm:prSet/>
      <dgm:spPr/>
      <dgm:t>
        <a:bodyPr/>
        <a:lstStyle/>
        <a:p>
          <a:endParaRPr lang="en-US"/>
        </a:p>
      </dgm:t>
    </dgm:pt>
    <dgm:pt modelId="{D94E98C3-626F-4A34-9C3B-94757231C6A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Seamless user experience</a:t>
          </a:r>
          <a:endParaRPr lang="en-US"/>
        </a:p>
      </dgm:t>
    </dgm:pt>
    <dgm:pt modelId="{37C350BC-2E00-444B-AD99-8ECBD23F946B}" type="parTrans" cxnId="{23DCB11A-ECB6-468C-819B-8D5941A68D6C}">
      <dgm:prSet/>
      <dgm:spPr/>
      <dgm:t>
        <a:bodyPr/>
        <a:lstStyle/>
        <a:p>
          <a:endParaRPr lang="en-US"/>
        </a:p>
      </dgm:t>
    </dgm:pt>
    <dgm:pt modelId="{72BB4D77-132E-43BD-9505-3D027F7EEA8D}" type="sibTrans" cxnId="{23DCB11A-ECB6-468C-819B-8D5941A68D6C}">
      <dgm:prSet/>
      <dgm:spPr/>
      <dgm:t>
        <a:bodyPr/>
        <a:lstStyle/>
        <a:p>
          <a:endParaRPr lang="en-US"/>
        </a:p>
      </dgm:t>
    </dgm:pt>
    <dgm:pt modelId="{23653FC4-524F-4CD6-941C-990DC02BA5E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Personalized financial insights</a:t>
          </a:r>
          <a:endParaRPr lang="en-US"/>
        </a:p>
      </dgm:t>
    </dgm:pt>
    <dgm:pt modelId="{2C244151-82E5-4404-8C3A-388B73E00BDE}" type="parTrans" cxnId="{49328FFA-50B6-4613-A8E2-54FEA13D2EAB}">
      <dgm:prSet/>
      <dgm:spPr/>
      <dgm:t>
        <a:bodyPr/>
        <a:lstStyle/>
        <a:p>
          <a:endParaRPr lang="en-US"/>
        </a:p>
      </dgm:t>
    </dgm:pt>
    <dgm:pt modelId="{A8BC1791-E77A-4C1B-93A2-39F4D405DCE0}" type="sibTrans" cxnId="{49328FFA-50B6-4613-A8E2-54FEA13D2EAB}">
      <dgm:prSet/>
      <dgm:spPr/>
      <dgm:t>
        <a:bodyPr/>
        <a:lstStyle/>
        <a:p>
          <a:endParaRPr lang="en-US"/>
        </a:p>
      </dgm:t>
    </dgm:pt>
    <dgm:pt modelId="{85C3E46A-07BE-4776-97A1-5DD4596278EA}" type="pres">
      <dgm:prSet presAssocID="{587F4E62-B19C-4F70-9347-295AC9B401DC}" presName="root" presStyleCnt="0">
        <dgm:presLayoutVars>
          <dgm:dir/>
          <dgm:resizeHandles val="exact"/>
        </dgm:presLayoutVars>
      </dgm:prSet>
      <dgm:spPr/>
    </dgm:pt>
    <dgm:pt modelId="{DE6C41AB-3699-4314-B410-459B04643B40}" type="pres">
      <dgm:prSet presAssocID="{95D2519A-99F3-4273-83AC-EEC6EE690EB0}" presName="compNode" presStyleCnt="0"/>
      <dgm:spPr/>
    </dgm:pt>
    <dgm:pt modelId="{6F7B5EBB-F477-4F04-B88C-499D268D330D}" type="pres">
      <dgm:prSet presAssocID="{95D2519A-99F3-4273-83AC-EEC6EE690EB0}" presName="bgRect" presStyleLbl="bgShp" presStyleIdx="0" presStyleCnt="4"/>
      <dgm:spPr/>
    </dgm:pt>
    <dgm:pt modelId="{A80A00DA-CDC1-4AA1-A151-FA6A54957464}" type="pres">
      <dgm:prSet presAssocID="{95D2519A-99F3-4273-83AC-EEC6EE690E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5D4AF30-FDDC-4846-B740-5DEA505276F6}" type="pres">
      <dgm:prSet presAssocID="{95D2519A-99F3-4273-83AC-EEC6EE690EB0}" presName="spaceRect" presStyleCnt="0"/>
      <dgm:spPr/>
    </dgm:pt>
    <dgm:pt modelId="{F4B341D2-9C46-453E-9414-5142481401B2}" type="pres">
      <dgm:prSet presAssocID="{95D2519A-99F3-4273-83AC-EEC6EE690EB0}" presName="parTx" presStyleLbl="revTx" presStyleIdx="0" presStyleCnt="4">
        <dgm:presLayoutVars>
          <dgm:chMax val="0"/>
          <dgm:chPref val="0"/>
        </dgm:presLayoutVars>
      </dgm:prSet>
      <dgm:spPr/>
    </dgm:pt>
    <dgm:pt modelId="{8891773B-1292-4750-A6AE-B615280B05AD}" type="pres">
      <dgm:prSet presAssocID="{60F94EEA-FA5F-47EF-9CA7-6D7B4D620E31}" presName="sibTrans" presStyleCnt="0"/>
      <dgm:spPr/>
    </dgm:pt>
    <dgm:pt modelId="{97EEA060-B0FA-47F9-ACBC-21F832B7E428}" type="pres">
      <dgm:prSet presAssocID="{17C3CBFA-7948-4075-805D-DD468032D6B0}" presName="compNode" presStyleCnt="0"/>
      <dgm:spPr/>
    </dgm:pt>
    <dgm:pt modelId="{5BD319E5-A8F8-4961-81E9-1FA05838CFC8}" type="pres">
      <dgm:prSet presAssocID="{17C3CBFA-7948-4075-805D-DD468032D6B0}" presName="bgRect" presStyleLbl="bgShp" presStyleIdx="1" presStyleCnt="4"/>
      <dgm:spPr/>
    </dgm:pt>
    <dgm:pt modelId="{ED22D943-BBBA-460D-B9B0-B3009E72D7C0}" type="pres">
      <dgm:prSet presAssocID="{17C3CBFA-7948-4075-805D-DD468032D6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A118E338-438E-489F-AA1E-02532B1125B2}" type="pres">
      <dgm:prSet presAssocID="{17C3CBFA-7948-4075-805D-DD468032D6B0}" presName="spaceRect" presStyleCnt="0"/>
      <dgm:spPr/>
    </dgm:pt>
    <dgm:pt modelId="{E190F18E-0A96-4782-9FDA-692896B2FBB5}" type="pres">
      <dgm:prSet presAssocID="{17C3CBFA-7948-4075-805D-DD468032D6B0}" presName="parTx" presStyleLbl="revTx" presStyleIdx="1" presStyleCnt="4">
        <dgm:presLayoutVars>
          <dgm:chMax val="0"/>
          <dgm:chPref val="0"/>
        </dgm:presLayoutVars>
      </dgm:prSet>
      <dgm:spPr/>
    </dgm:pt>
    <dgm:pt modelId="{CF56ECBB-42B1-423A-9178-8E54C94EEE3B}" type="pres">
      <dgm:prSet presAssocID="{994B4B62-745A-4B51-9E5B-24652A4E97C3}" presName="sibTrans" presStyleCnt="0"/>
      <dgm:spPr/>
    </dgm:pt>
    <dgm:pt modelId="{25F8BD56-2FAF-42B8-A5EE-9116070AC076}" type="pres">
      <dgm:prSet presAssocID="{D94E98C3-626F-4A34-9C3B-94757231C6AC}" presName="compNode" presStyleCnt="0"/>
      <dgm:spPr/>
    </dgm:pt>
    <dgm:pt modelId="{5E6D414B-CDFA-4241-B3D8-7A11EF923006}" type="pres">
      <dgm:prSet presAssocID="{D94E98C3-626F-4A34-9C3B-94757231C6AC}" presName="bgRect" presStyleLbl="bgShp" presStyleIdx="2" presStyleCnt="4"/>
      <dgm:spPr/>
    </dgm:pt>
    <dgm:pt modelId="{0ED0EC29-A13E-49F9-A875-C753D459D3C2}" type="pres">
      <dgm:prSet presAssocID="{D94E98C3-626F-4A34-9C3B-94757231C6A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38387A1-7822-4D8D-A936-E8E8EB995F05}" type="pres">
      <dgm:prSet presAssocID="{D94E98C3-626F-4A34-9C3B-94757231C6AC}" presName="spaceRect" presStyleCnt="0"/>
      <dgm:spPr/>
    </dgm:pt>
    <dgm:pt modelId="{A010167C-E43D-414A-9A4C-A8C36F440141}" type="pres">
      <dgm:prSet presAssocID="{D94E98C3-626F-4A34-9C3B-94757231C6AC}" presName="parTx" presStyleLbl="revTx" presStyleIdx="2" presStyleCnt="4">
        <dgm:presLayoutVars>
          <dgm:chMax val="0"/>
          <dgm:chPref val="0"/>
        </dgm:presLayoutVars>
      </dgm:prSet>
      <dgm:spPr/>
    </dgm:pt>
    <dgm:pt modelId="{7FE482B8-EB13-4601-B081-56EF796AE339}" type="pres">
      <dgm:prSet presAssocID="{72BB4D77-132E-43BD-9505-3D027F7EEA8D}" presName="sibTrans" presStyleCnt="0"/>
      <dgm:spPr/>
    </dgm:pt>
    <dgm:pt modelId="{08A66A8A-AA85-4200-B276-5A0CABF79634}" type="pres">
      <dgm:prSet presAssocID="{23653FC4-524F-4CD6-941C-990DC02BA5E9}" presName="compNode" presStyleCnt="0"/>
      <dgm:spPr/>
    </dgm:pt>
    <dgm:pt modelId="{329D0E8C-9A43-4FE3-B7F1-165A49FDD768}" type="pres">
      <dgm:prSet presAssocID="{23653FC4-524F-4CD6-941C-990DC02BA5E9}" presName="bgRect" presStyleLbl="bgShp" presStyleIdx="3" presStyleCnt="4"/>
      <dgm:spPr/>
    </dgm:pt>
    <dgm:pt modelId="{337CB57A-7450-491F-804D-189A2D7895B9}" type="pres">
      <dgm:prSet presAssocID="{23653FC4-524F-4CD6-941C-990DC02BA5E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0F3285F-1399-45CB-AA98-8A23FEB4DC18}" type="pres">
      <dgm:prSet presAssocID="{23653FC4-524F-4CD6-941C-990DC02BA5E9}" presName="spaceRect" presStyleCnt="0"/>
      <dgm:spPr/>
    </dgm:pt>
    <dgm:pt modelId="{69962833-488E-4655-824B-C2F0E0C10B25}" type="pres">
      <dgm:prSet presAssocID="{23653FC4-524F-4CD6-941C-990DC02BA5E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3DCB11A-ECB6-468C-819B-8D5941A68D6C}" srcId="{587F4E62-B19C-4F70-9347-295AC9B401DC}" destId="{D94E98C3-626F-4A34-9C3B-94757231C6AC}" srcOrd="2" destOrd="0" parTransId="{37C350BC-2E00-444B-AD99-8ECBD23F946B}" sibTransId="{72BB4D77-132E-43BD-9505-3D027F7EEA8D}"/>
    <dgm:cxn modelId="{07481767-E39F-447D-942E-68B8C912A8C3}" type="presOf" srcId="{17C3CBFA-7948-4075-805D-DD468032D6B0}" destId="{E190F18E-0A96-4782-9FDA-692896B2FBB5}" srcOrd="0" destOrd="0" presId="urn:microsoft.com/office/officeart/2018/2/layout/IconVerticalSolidList"/>
    <dgm:cxn modelId="{24F76D57-190F-40AF-AA05-D8052E7FBCCB}" type="presOf" srcId="{23653FC4-524F-4CD6-941C-990DC02BA5E9}" destId="{69962833-488E-4655-824B-C2F0E0C10B25}" srcOrd="0" destOrd="0" presId="urn:microsoft.com/office/officeart/2018/2/layout/IconVerticalSolidList"/>
    <dgm:cxn modelId="{02349494-DEC8-4239-82C7-DA528AC988CB}" type="presOf" srcId="{95D2519A-99F3-4273-83AC-EEC6EE690EB0}" destId="{F4B341D2-9C46-453E-9414-5142481401B2}" srcOrd="0" destOrd="0" presId="urn:microsoft.com/office/officeart/2018/2/layout/IconVerticalSolidList"/>
    <dgm:cxn modelId="{B5142BB8-C205-414E-A50F-E882E34E2ECC}" srcId="{587F4E62-B19C-4F70-9347-295AC9B401DC}" destId="{95D2519A-99F3-4273-83AC-EEC6EE690EB0}" srcOrd="0" destOrd="0" parTransId="{42AD9C69-42D5-402F-9261-069D0B3EBDB7}" sibTransId="{60F94EEA-FA5F-47EF-9CA7-6D7B4D620E31}"/>
    <dgm:cxn modelId="{0BF584C6-62FE-425E-A767-58B11EF57524}" type="presOf" srcId="{587F4E62-B19C-4F70-9347-295AC9B401DC}" destId="{85C3E46A-07BE-4776-97A1-5DD4596278EA}" srcOrd="0" destOrd="0" presId="urn:microsoft.com/office/officeart/2018/2/layout/IconVerticalSolidList"/>
    <dgm:cxn modelId="{8791A1F2-F9B6-41F1-B4E8-4EA6561CA7ED}" type="presOf" srcId="{D94E98C3-626F-4A34-9C3B-94757231C6AC}" destId="{A010167C-E43D-414A-9A4C-A8C36F440141}" srcOrd="0" destOrd="0" presId="urn:microsoft.com/office/officeart/2018/2/layout/IconVerticalSolidList"/>
    <dgm:cxn modelId="{49328FFA-50B6-4613-A8E2-54FEA13D2EAB}" srcId="{587F4E62-B19C-4F70-9347-295AC9B401DC}" destId="{23653FC4-524F-4CD6-941C-990DC02BA5E9}" srcOrd="3" destOrd="0" parTransId="{2C244151-82E5-4404-8C3A-388B73E00BDE}" sibTransId="{A8BC1791-E77A-4C1B-93A2-39F4D405DCE0}"/>
    <dgm:cxn modelId="{1374BAFB-D9E8-48FF-9BDD-D45931636F0D}" srcId="{587F4E62-B19C-4F70-9347-295AC9B401DC}" destId="{17C3CBFA-7948-4075-805D-DD468032D6B0}" srcOrd="1" destOrd="0" parTransId="{32EA6907-C37D-46BC-AA2E-E072DC7922A4}" sibTransId="{994B4B62-745A-4B51-9E5B-24652A4E97C3}"/>
    <dgm:cxn modelId="{181E07D9-2793-4E41-8705-40676849E57C}" type="presParOf" srcId="{85C3E46A-07BE-4776-97A1-5DD4596278EA}" destId="{DE6C41AB-3699-4314-B410-459B04643B40}" srcOrd="0" destOrd="0" presId="urn:microsoft.com/office/officeart/2018/2/layout/IconVerticalSolidList"/>
    <dgm:cxn modelId="{974DA259-2AC0-4292-A436-149E5E355B74}" type="presParOf" srcId="{DE6C41AB-3699-4314-B410-459B04643B40}" destId="{6F7B5EBB-F477-4F04-B88C-499D268D330D}" srcOrd="0" destOrd="0" presId="urn:microsoft.com/office/officeart/2018/2/layout/IconVerticalSolidList"/>
    <dgm:cxn modelId="{5DC2A3D8-5F6B-4484-9A51-074BBD8D2399}" type="presParOf" srcId="{DE6C41AB-3699-4314-B410-459B04643B40}" destId="{A80A00DA-CDC1-4AA1-A151-FA6A54957464}" srcOrd="1" destOrd="0" presId="urn:microsoft.com/office/officeart/2018/2/layout/IconVerticalSolidList"/>
    <dgm:cxn modelId="{EA5124DD-5DA9-4797-A548-1C99EA445A0F}" type="presParOf" srcId="{DE6C41AB-3699-4314-B410-459B04643B40}" destId="{75D4AF30-FDDC-4846-B740-5DEA505276F6}" srcOrd="2" destOrd="0" presId="urn:microsoft.com/office/officeart/2018/2/layout/IconVerticalSolidList"/>
    <dgm:cxn modelId="{848E7831-B930-4968-876B-604B4471A451}" type="presParOf" srcId="{DE6C41AB-3699-4314-B410-459B04643B40}" destId="{F4B341D2-9C46-453E-9414-5142481401B2}" srcOrd="3" destOrd="0" presId="urn:microsoft.com/office/officeart/2018/2/layout/IconVerticalSolidList"/>
    <dgm:cxn modelId="{301DD533-580E-41E5-915C-2D9E3FAA2174}" type="presParOf" srcId="{85C3E46A-07BE-4776-97A1-5DD4596278EA}" destId="{8891773B-1292-4750-A6AE-B615280B05AD}" srcOrd="1" destOrd="0" presId="urn:microsoft.com/office/officeart/2018/2/layout/IconVerticalSolidList"/>
    <dgm:cxn modelId="{47864220-D891-4BC8-A746-915AA8584523}" type="presParOf" srcId="{85C3E46A-07BE-4776-97A1-5DD4596278EA}" destId="{97EEA060-B0FA-47F9-ACBC-21F832B7E428}" srcOrd="2" destOrd="0" presId="urn:microsoft.com/office/officeart/2018/2/layout/IconVerticalSolidList"/>
    <dgm:cxn modelId="{623AFEA3-8EAC-4273-990C-5D559C2DCDE5}" type="presParOf" srcId="{97EEA060-B0FA-47F9-ACBC-21F832B7E428}" destId="{5BD319E5-A8F8-4961-81E9-1FA05838CFC8}" srcOrd="0" destOrd="0" presId="urn:microsoft.com/office/officeart/2018/2/layout/IconVerticalSolidList"/>
    <dgm:cxn modelId="{81E88D16-2F99-468F-9998-1419130006D7}" type="presParOf" srcId="{97EEA060-B0FA-47F9-ACBC-21F832B7E428}" destId="{ED22D943-BBBA-460D-B9B0-B3009E72D7C0}" srcOrd="1" destOrd="0" presId="urn:microsoft.com/office/officeart/2018/2/layout/IconVerticalSolidList"/>
    <dgm:cxn modelId="{1AEC98BF-EE5A-4463-96DA-A460DBDE377C}" type="presParOf" srcId="{97EEA060-B0FA-47F9-ACBC-21F832B7E428}" destId="{A118E338-438E-489F-AA1E-02532B1125B2}" srcOrd="2" destOrd="0" presId="urn:microsoft.com/office/officeart/2018/2/layout/IconVerticalSolidList"/>
    <dgm:cxn modelId="{1CD3BF30-FF52-46EF-8589-BD466E09EA45}" type="presParOf" srcId="{97EEA060-B0FA-47F9-ACBC-21F832B7E428}" destId="{E190F18E-0A96-4782-9FDA-692896B2FBB5}" srcOrd="3" destOrd="0" presId="urn:microsoft.com/office/officeart/2018/2/layout/IconVerticalSolidList"/>
    <dgm:cxn modelId="{241870E2-4BEF-4ED5-A0C0-A6FE72D7132B}" type="presParOf" srcId="{85C3E46A-07BE-4776-97A1-5DD4596278EA}" destId="{CF56ECBB-42B1-423A-9178-8E54C94EEE3B}" srcOrd="3" destOrd="0" presId="urn:microsoft.com/office/officeart/2018/2/layout/IconVerticalSolidList"/>
    <dgm:cxn modelId="{28409650-B33F-4B9A-94B8-774DE48D88CD}" type="presParOf" srcId="{85C3E46A-07BE-4776-97A1-5DD4596278EA}" destId="{25F8BD56-2FAF-42B8-A5EE-9116070AC076}" srcOrd="4" destOrd="0" presId="urn:microsoft.com/office/officeart/2018/2/layout/IconVerticalSolidList"/>
    <dgm:cxn modelId="{50F99ABF-BD5B-4DD1-8B87-9A6F80170799}" type="presParOf" srcId="{25F8BD56-2FAF-42B8-A5EE-9116070AC076}" destId="{5E6D414B-CDFA-4241-B3D8-7A11EF923006}" srcOrd="0" destOrd="0" presId="urn:microsoft.com/office/officeart/2018/2/layout/IconVerticalSolidList"/>
    <dgm:cxn modelId="{B1B847BC-EF00-47E2-9537-01A85EDCB87B}" type="presParOf" srcId="{25F8BD56-2FAF-42B8-A5EE-9116070AC076}" destId="{0ED0EC29-A13E-49F9-A875-C753D459D3C2}" srcOrd="1" destOrd="0" presId="urn:microsoft.com/office/officeart/2018/2/layout/IconVerticalSolidList"/>
    <dgm:cxn modelId="{B287D192-C521-44A9-B5FB-775703DE8269}" type="presParOf" srcId="{25F8BD56-2FAF-42B8-A5EE-9116070AC076}" destId="{438387A1-7822-4D8D-A936-E8E8EB995F05}" srcOrd="2" destOrd="0" presId="urn:microsoft.com/office/officeart/2018/2/layout/IconVerticalSolidList"/>
    <dgm:cxn modelId="{55EB6502-5862-4E11-B745-9FE1388A6DA6}" type="presParOf" srcId="{25F8BD56-2FAF-42B8-A5EE-9116070AC076}" destId="{A010167C-E43D-414A-9A4C-A8C36F440141}" srcOrd="3" destOrd="0" presId="urn:microsoft.com/office/officeart/2018/2/layout/IconVerticalSolidList"/>
    <dgm:cxn modelId="{FEB100A0-7959-4FDE-96B7-99149AD457DF}" type="presParOf" srcId="{85C3E46A-07BE-4776-97A1-5DD4596278EA}" destId="{7FE482B8-EB13-4601-B081-56EF796AE339}" srcOrd="5" destOrd="0" presId="urn:microsoft.com/office/officeart/2018/2/layout/IconVerticalSolidList"/>
    <dgm:cxn modelId="{1E0CD561-700F-4791-98BB-E0538684EBD5}" type="presParOf" srcId="{85C3E46A-07BE-4776-97A1-5DD4596278EA}" destId="{08A66A8A-AA85-4200-B276-5A0CABF79634}" srcOrd="6" destOrd="0" presId="urn:microsoft.com/office/officeart/2018/2/layout/IconVerticalSolidList"/>
    <dgm:cxn modelId="{24A04930-07BC-45BF-A178-5714E9A3F823}" type="presParOf" srcId="{08A66A8A-AA85-4200-B276-5A0CABF79634}" destId="{329D0E8C-9A43-4FE3-B7F1-165A49FDD768}" srcOrd="0" destOrd="0" presId="urn:microsoft.com/office/officeart/2018/2/layout/IconVerticalSolidList"/>
    <dgm:cxn modelId="{33770ED2-EF51-476F-B3E3-29E64EABC44D}" type="presParOf" srcId="{08A66A8A-AA85-4200-B276-5A0CABF79634}" destId="{337CB57A-7450-491F-804D-189A2D7895B9}" srcOrd="1" destOrd="0" presId="urn:microsoft.com/office/officeart/2018/2/layout/IconVerticalSolidList"/>
    <dgm:cxn modelId="{8D6C0770-30DB-4DF6-A3ED-0106669A30AA}" type="presParOf" srcId="{08A66A8A-AA85-4200-B276-5A0CABF79634}" destId="{90F3285F-1399-45CB-AA98-8A23FEB4DC18}" srcOrd="2" destOrd="0" presId="urn:microsoft.com/office/officeart/2018/2/layout/IconVerticalSolidList"/>
    <dgm:cxn modelId="{471F5CD3-07F9-4159-BE7A-A5EDC789AB9B}" type="presParOf" srcId="{08A66A8A-AA85-4200-B276-5A0CABF79634}" destId="{69962833-488E-4655-824B-C2F0E0C10B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9BA86-3E1A-4878-997C-443BE4EFC059}">
      <dsp:nvSpPr>
        <dsp:cNvPr id="0" name=""/>
        <dsp:cNvSpPr/>
      </dsp:nvSpPr>
      <dsp:spPr>
        <a:xfrm>
          <a:off x="0" y="438"/>
          <a:ext cx="6305371" cy="10265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1AC76-AA03-47A7-9471-0F7C7BEDD9D1}">
      <dsp:nvSpPr>
        <dsp:cNvPr id="0" name=""/>
        <dsp:cNvSpPr/>
      </dsp:nvSpPr>
      <dsp:spPr>
        <a:xfrm>
          <a:off x="310531" y="231412"/>
          <a:ext cx="564602" cy="5646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A11E5-4F27-4BD2-96D5-4B535D1D16C3}">
      <dsp:nvSpPr>
        <dsp:cNvPr id="0" name=""/>
        <dsp:cNvSpPr/>
      </dsp:nvSpPr>
      <dsp:spPr>
        <a:xfrm>
          <a:off x="1185666" y="438"/>
          <a:ext cx="5119704" cy="102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643" tIns="108643" rIns="108643" bIns="10864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Digital finance is changing money management</a:t>
          </a:r>
          <a:endParaRPr lang="en-US" sz="2500" kern="1200"/>
        </a:p>
      </dsp:txBody>
      <dsp:txXfrm>
        <a:off x="1185666" y="438"/>
        <a:ext cx="5119704" cy="1026550"/>
      </dsp:txXfrm>
    </dsp:sp>
    <dsp:sp modelId="{CB3785A0-F276-4873-BDC8-2C6241B18698}">
      <dsp:nvSpPr>
        <dsp:cNvPr id="0" name=""/>
        <dsp:cNvSpPr/>
      </dsp:nvSpPr>
      <dsp:spPr>
        <a:xfrm>
          <a:off x="0" y="1283627"/>
          <a:ext cx="6305371" cy="10265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16DF1-73EA-4D40-A8A7-C5BBD50D6C6D}">
      <dsp:nvSpPr>
        <dsp:cNvPr id="0" name=""/>
        <dsp:cNvSpPr/>
      </dsp:nvSpPr>
      <dsp:spPr>
        <a:xfrm>
          <a:off x="310531" y="1514601"/>
          <a:ext cx="564602" cy="5646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88BB4-BC28-4C07-8E39-1AC14A8E0859}">
      <dsp:nvSpPr>
        <dsp:cNvPr id="0" name=""/>
        <dsp:cNvSpPr/>
      </dsp:nvSpPr>
      <dsp:spPr>
        <a:xfrm>
          <a:off x="1185666" y="1283627"/>
          <a:ext cx="5119704" cy="102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643" tIns="108643" rIns="108643" bIns="10864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Existing apps are fragmented</a:t>
          </a:r>
          <a:endParaRPr lang="en-US" sz="2500" kern="1200"/>
        </a:p>
      </dsp:txBody>
      <dsp:txXfrm>
        <a:off x="1185666" y="1283627"/>
        <a:ext cx="5119704" cy="1026550"/>
      </dsp:txXfrm>
    </dsp:sp>
    <dsp:sp modelId="{50E0961B-47A4-4BB9-B6DC-A4273298C822}">
      <dsp:nvSpPr>
        <dsp:cNvPr id="0" name=""/>
        <dsp:cNvSpPr/>
      </dsp:nvSpPr>
      <dsp:spPr>
        <a:xfrm>
          <a:off x="0" y="2566815"/>
          <a:ext cx="6305371" cy="10265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965BD-E0F3-4798-A77E-A563BA3E1476}">
      <dsp:nvSpPr>
        <dsp:cNvPr id="0" name=""/>
        <dsp:cNvSpPr/>
      </dsp:nvSpPr>
      <dsp:spPr>
        <a:xfrm>
          <a:off x="310531" y="2797789"/>
          <a:ext cx="564602" cy="5646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B757B-790A-454B-8915-41E5FB5452D2}">
      <dsp:nvSpPr>
        <dsp:cNvPr id="0" name=""/>
        <dsp:cNvSpPr/>
      </dsp:nvSpPr>
      <dsp:spPr>
        <a:xfrm>
          <a:off x="1185666" y="2566815"/>
          <a:ext cx="5119704" cy="102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643" tIns="108643" rIns="108643" bIns="10864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FinTrix unifies payments, tracking &amp; insights </a:t>
          </a:r>
          <a:endParaRPr lang="en-US" sz="2500" kern="1200"/>
        </a:p>
      </dsp:txBody>
      <dsp:txXfrm>
        <a:off x="1185666" y="2566815"/>
        <a:ext cx="5119704" cy="1026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54CBE6-3BA5-4617-90FC-03ADF1BFE008}">
      <dsp:nvSpPr>
        <dsp:cNvPr id="0" name=""/>
        <dsp:cNvSpPr/>
      </dsp:nvSpPr>
      <dsp:spPr>
        <a:xfrm>
          <a:off x="0" y="331702"/>
          <a:ext cx="630537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EE7AD-3FDA-45D6-8152-3EB88CE741C0}">
      <dsp:nvSpPr>
        <dsp:cNvPr id="0" name=""/>
        <dsp:cNvSpPr/>
      </dsp:nvSpPr>
      <dsp:spPr>
        <a:xfrm>
          <a:off x="315268" y="36502"/>
          <a:ext cx="44137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830" tIns="0" rIns="16683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Fragmented financial systems</a:t>
          </a:r>
          <a:endParaRPr lang="en-US" sz="2000" kern="1200"/>
        </a:p>
      </dsp:txBody>
      <dsp:txXfrm>
        <a:off x="344089" y="65323"/>
        <a:ext cx="4356117" cy="532758"/>
      </dsp:txXfrm>
    </dsp:sp>
    <dsp:sp modelId="{DEA13D51-4436-4746-998A-EF477161A831}">
      <dsp:nvSpPr>
        <dsp:cNvPr id="0" name=""/>
        <dsp:cNvSpPr/>
      </dsp:nvSpPr>
      <dsp:spPr>
        <a:xfrm>
          <a:off x="0" y="1238902"/>
          <a:ext cx="630537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5F2FA-8953-4D4F-81F3-F2CE893D57AD}">
      <dsp:nvSpPr>
        <dsp:cNvPr id="0" name=""/>
        <dsp:cNvSpPr/>
      </dsp:nvSpPr>
      <dsp:spPr>
        <a:xfrm>
          <a:off x="315268" y="943702"/>
          <a:ext cx="44137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830" tIns="0" rIns="16683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Lack of deep analytics in wallets</a:t>
          </a:r>
          <a:endParaRPr lang="en-US" sz="2000" kern="1200"/>
        </a:p>
      </dsp:txBody>
      <dsp:txXfrm>
        <a:off x="344089" y="972523"/>
        <a:ext cx="4356117" cy="532758"/>
      </dsp:txXfrm>
    </dsp:sp>
    <dsp:sp modelId="{200EAAA8-68D0-4A38-913A-052BF61788A3}">
      <dsp:nvSpPr>
        <dsp:cNvPr id="0" name=""/>
        <dsp:cNvSpPr/>
      </dsp:nvSpPr>
      <dsp:spPr>
        <a:xfrm>
          <a:off x="0" y="2146102"/>
          <a:ext cx="630537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B37A5-32B7-41F4-8B21-11BC7823F483}">
      <dsp:nvSpPr>
        <dsp:cNvPr id="0" name=""/>
        <dsp:cNvSpPr/>
      </dsp:nvSpPr>
      <dsp:spPr>
        <a:xfrm>
          <a:off x="315268" y="1850902"/>
          <a:ext cx="44137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830" tIns="0" rIns="16683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Manual data entry in finance apps</a:t>
          </a:r>
          <a:endParaRPr lang="en-US" sz="2000" kern="1200"/>
        </a:p>
      </dsp:txBody>
      <dsp:txXfrm>
        <a:off x="344089" y="1879723"/>
        <a:ext cx="4356117" cy="532758"/>
      </dsp:txXfrm>
    </dsp:sp>
    <dsp:sp modelId="{136453FB-3DBA-4653-BC9C-7812B2BBAB9C}">
      <dsp:nvSpPr>
        <dsp:cNvPr id="0" name=""/>
        <dsp:cNvSpPr/>
      </dsp:nvSpPr>
      <dsp:spPr>
        <a:xfrm>
          <a:off x="0" y="3053302"/>
          <a:ext cx="630537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F0933-05E7-4B0A-B6BB-9CFCD93247C5}">
      <dsp:nvSpPr>
        <dsp:cNvPr id="0" name=""/>
        <dsp:cNvSpPr/>
      </dsp:nvSpPr>
      <dsp:spPr>
        <a:xfrm>
          <a:off x="315268" y="2758102"/>
          <a:ext cx="44137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830" tIns="0" rIns="16683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Reactive security systems</a:t>
          </a:r>
          <a:endParaRPr lang="en-US" sz="2000" kern="1200"/>
        </a:p>
      </dsp:txBody>
      <dsp:txXfrm>
        <a:off x="344089" y="2786923"/>
        <a:ext cx="4356117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8EA64-E196-4480-9BB0-0D3EB9E61CD6}">
      <dsp:nvSpPr>
        <dsp:cNvPr id="0" name=""/>
        <dsp:cNvSpPr/>
      </dsp:nvSpPr>
      <dsp:spPr>
        <a:xfrm>
          <a:off x="457588" y="6260"/>
          <a:ext cx="1250801" cy="12508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C6A51-7B5F-4075-B6E8-0A5DC088B807}">
      <dsp:nvSpPr>
        <dsp:cNvPr id="0" name=""/>
        <dsp:cNvSpPr/>
      </dsp:nvSpPr>
      <dsp:spPr>
        <a:xfrm>
          <a:off x="720257" y="268929"/>
          <a:ext cx="725465" cy="7254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BF4F2-6D38-4ECE-9553-9AFB2862E251}">
      <dsp:nvSpPr>
        <dsp:cNvPr id="0" name=""/>
        <dsp:cNvSpPr/>
      </dsp:nvSpPr>
      <dsp:spPr>
        <a:xfrm>
          <a:off x="1976419" y="6260"/>
          <a:ext cx="2948318" cy="1250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Improve financial visibility</a:t>
          </a:r>
          <a:endParaRPr lang="en-US" sz="2400" kern="1200"/>
        </a:p>
      </dsp:txBody>
      <dsp:txXfrm>
        <a:off x="1976419" y="6260"/>
        <a:ext cx="2948318" cy="1250801"/>
      </dsp:txXfrm>
    </dsp:sp>
    <dsp:sp modelId="{B972B0E5-AB65-4847-BA6C-DCCA79378827}">
      <dsp:nvSpPr>
        <dsp:cNvPr id="0" name=""/>
        <dsp:cNvSpPr/>
      </dsp:nvSpPr>
      <dsp:spPr>
        <a:xfrm>
          <a:off x="5438461" y="6260"/>
          <a:ext cx="1250801" cy="1250801"/>
        </a:xfrm>
        <a:prstGeom prst="ellipse">
          <a:avLst/>
        </a:prstGeom>
        <a:solidFill>
          <a:schemeClr val="accent2">
            <a:hueOff val="-1458064"/>
            <a:satOff val="-2807"/>
            <a:lumOff val="1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5A679-F597-40D6-9C83-57C5D2982AF3}">
      <dsp:nvSpPr>
        <dsp:cNvPr id="0" name=""/>
        <dsp:cNvSpPr/>
      </dsp:nvSpPr>
      <dsp:spPr>
        <a:xfrm>
          <a:off x="5701129" y="268929"/>
          <a:ext cx="725465" cy="7254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01F8B-0D30-45D8-9210-B0C6B74F4819}">
      <dsp:nvSpPr>
        <dsp:cNvPr id="0" name=""/>
        <dsp:cNvSpPr/>
      </dsp:nvSpPr>
      <dsp:spPr>
        <a:xfrm>
          <a:off x="6957292" y="6260"/>
          <a:ext cx="2948318" cy="1250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Reduce fraud risk</a:t>
          </a:r>
          <a:endParaRPr lang="en-US" sz="2400" kern="1200"/>
        </a:p>
      </dsp:txBody>
      <dsp:txXfrm>
        <a:off x="6957292" y="6260"/>
        <a:ext cx="2948318" cy="1250801"/>
      </dsp:txXfrm>
    </dsp:sp>
    <dsp:sp modelId="{D771E13D-1F60-4CB7-AA0F-ABCF5583E696}">
      <dsp:nvSpPr>
        <dsp:cNvPr id="0" name=""/>
        <dsp:cNvSpPr/>
      </dsp:nvSpPr>
      <dsp:spPr>
        <a:xfrm>
          <a:off x="457588" y="1772004"/>
          <a:ext cx="1250801" cy="1250801"/>
        </a:xfrm>
        <a:prstGeom prst="ellipse">
          <a:avLst/>
        </a:prstGeom>
        <a:solidFill>
          <a:schemeClr val="accent2">
            <a:hueOff val="-2916128"/>
            <a:satOff val="-5613"/>
            <a:lumOff val="3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48435-95B0-4ED6-9BB1-A89913985217}">
      <dsp:nvSpPr>
        <dsp:cNvPr id="0" name=""/>
        <dsp:cNvSpPr/>
      </dsp:nvSpPr>
      <dsp:spPr>
        <a:xfrm>
          <a:off x="720257" y="2034672"/>
          <a:ext cx="725465" cy="7254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0B0D4-8C3D-496F-AEE0-15F078AE592E}">
      <dsp:nvSpPr>
        <dsp:cNvPr id="0" name=""/>
        <dsp:cNvSpPr/>
      </dsp:nvSpPr>
      <dsp:spPr>
        <a:xfrm>
          <a:off x="1976419" y="1772004"/>
          <a:ext cx="2948318" cy="1250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Provide intelligent decision support</a:t>
          </a:r>
          <a:endParaRPr lang="en-US" sz="2400" kern="1200"/>
        </a:p>
      </dsp:txBody>
      <dsp:txXfrm>
        <a:off x="1976419" y="1772004"/>
        <a:ext cx="2948318" cy="1250801"/>
      </dsp:txXfrm>
    </dsp:sp>
    <dsp:sp modelId="{50CAA69B-3173-4DDA-83E0-747F34E76676}">
      <dsp:nvSpPr>
        <dsp:cNvPr id="0" name=""/>
        <dsp:cNvSpPr/>
      </dsp:nvSpPr>
      <dsp:spPr>
        <a:xfrm>
          <a:off x="5438461" y="1772004"/>
          <a:ext cx="1250801" cy="1250801"/>
        </a:xfrm>
        <a:prstGeom prst="ellipse">
          <a:avLst/>
        </a:prstGeom>
        <a:solidFill>
          <a:schemeClr val="accent2">
            <a:hueOff val="-4374192"/>
            <a:satOff val="-8420"/>
            <a:lumOff val="5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80F74B-F5A7-49EF-A37B-B6A70869E6DC}">
      <dsp:nvSpPr>
        <dsp:cNvPr id="0" name=""/>
        <dsp:cNvSpPr/>
      </dsp:nvSpPr>
      <dsp:spPr>
        <a:xfrm>
          <a:off x="5701129" y="2034672"/>
          <a:ext cx="725465" cy="7254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11187-A45B-4283-BC93-F4F627BDAE06}">
      <dsp:nvSpPr>
        <dsp:cNvPr id="0" name=""/>
        <dsp:cNvSpPr/>
      </dsp:nvSpPr>
      <dsp:spPr>
        <a:xfrm>
          <a:off x="6957292" y="1772004"/>
          <a:ext cx="2948318" cy="1250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Build a unified financial platform</a:t>
          </a:r>
          <a:endParaRPr lang="en-US" sz="2400" kern="1200"/>
        </a:p>
      </dsp:txBody>
      <dsp:txXfrm>
        <a:off x="6957292" y="1772004"/>
        <a:ext cx="2948318" cy="12508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6CFA2-9AEF-4A60-9BB0-340D75B11318}">
      <dsp:nvSpPr>
        <dsp:cNvPr id="0" name=""/>
        <dsp:cNvSpPr/>
      </dsp:nvSpPr>
      <dsp:spPr>
        <a:xfrm>
          <a:off x="0" y="2807"/>
          <a:ext cx="6305371" cy="5980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B2CBC-380F-4A97-A976-D1C92A9F1D87}">
      <dsp:nvSpPr>
        <dsp:cNvPr id="0" name=""/>
        <dsp:cNvSpPr/>
      </dsp:nvSpPr>
      <dsp:spPr>
        <a:xfrm>
          <a:off x="180904" y="137364"/>
          <a:ext cx="328917" cy="3289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6D936-25D6-4455-A724-D6EAB5443EB4}">
      <dsp:nvSpPr>
        <dsp:cNvPr id="0" name=""/>
        <dsp:cNvSpPr/>
      </dsp:nvSpPr>
      <dsp:spPr>
        <a:xfrm>
          <a:off x="690726" y="2807"/>
          <a:ext cx="5614644" cy="598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2" tIns="63292" rIns="63292" bIns="632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Develop secure &amp; scalable digital wallet</a:t>
          </a:r>
          <a:endParaRPr lang="en-US" sz="1900" kern="1200"/>
        </a:p>
      </dsp:txBody>
      <dsp:txXfrm>
        <a:off x="690726" y="2807"/>
        <a:ext cx="5614644" cy="598031"/>
      </dsp:txXfrm>
    </dsp:sp>
    <dsp:sp modelId="{F09E2A20-BC28-4CDD-BB30-9473462E9E4C}">
      <dsp:nvSpPr>
        <dsp:cNvPr id="0" name=""/>
        <dsp:cNvSpPr/>
      </dsp:nvSpPr>
      <dsp:spPr>
        <a:xfrm>
          <a:off x="0" y="750347"/>
          <a:ext cx="6305371" cy="5980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C533B-1973-44E5-8495-C89C0163D23B}">
      <dsp:nvSpPr>
        <dsp:cNvPr id="0" name=""/>
        <dsp:cNvSpPr/>
      </dsp:nvSpPr>
      <dsp:spPr>
        <a:xfrm>
          <a:off x="180904" y="884904"/>
          <a:ext cx="328917" cy="3289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EF57C-3DC9-4279-910B-7B795C4F31C3}">
      <dsp:nvSpPr>
        <dsp:cNvPr id="0" name=""/>
        <dsp:cNvSpPr/>
      </dsp:nvSpPr>
      <dsp:spPr>
        <a:xfrm>
          <a:off x="690726" y="750347"/>
          <a:ext cx="5614644" cy="598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2" tIns="63292" rIns="63292" bIns="632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Automate expense categorization</a:t>
          </a:r>
          <a:endParaRPr lang="en-US" sz="1900" kern="1200"/>
        </a:p>
      </dsp:txBody>
      <dsp:txXfrm>
        <a:off x="690726" y="750347"/>
        <a:ext cx="5614644" cy="598031"/>
      </dsp:txXfrm>
    </dsp:sp>
    <dsp:sp modelId="{B9FD048C-BEA5-4535-84BD-4EEB516F5805}">
      <dsp:nvSpPr>
        <dsp:cNvPr id="0" name=""/>
        <dsp:cNvSpPr/>
      </dsp:nvSpPr>
      <dsp:spPr>
        <a:xfrm>
          <a:off x="0" y="1497886"/>
          <a:ext cx="6305371" cy="5980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3B853-DFDA-4D9E-B5EF-5816870EE4D4}">
      <dsp:nvSpPr>
        <dsp:cNvPr id="0" name=""/>
        <dsp:cNvSpPr/>
      </dsp:nvSpPr>
      <dsp:spPr>
        <a:xfrm>
          <a:off x="180904" y="1632443"/>
          <a:ext cx="328917" cy="3289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42CF2-9DEC-4EB7-9849-9990B7CCC34C}">
      <dsp:nvSpPr>
        <dsp:cNvPr id="0" name=""/>
        <dsp:cNvSpPr/>
      </dsp:nvSpPr>
      <dsp:spPr>
        <a:xfrm>
          <a:off x="690726" y="1497886"/>
          <a:ext cx="5614644" cy="598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2" tIns="63292" rIns="63292" bIns="632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Provide AI-based predictions &amp; recommendations</a:t>
          </a:r>
          <a:endParaRPr lang="en-US" sz="1900" kern="1200"/>
        </a:p>
      </dsp:txBody>
      <dsp:txXfrm>
        <a:off x="690726" y="1497886"/>
        <a:ext cx="5614644" cy="598031"/>
      </dsp:txXfrm>
    </dsp:sp>
    <dsp:sp modelId="{CACFB294-5D2A-419D-9297-4ACC04E6AA42}">
      <dsp:nvSpPr>
        <dsp:cNvPr id="0" name=""/>
        <dsp:cNvSpPr/>
      </dsp:nvSpPr>
      <dsp:spPr>
        <a:xfrm>
          <a:off x="0" y="2245426"/>
          <a:ext cx="6305371" cy="5980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E3DC1-B8DA-4148-A0D3-0BFD35A821F0}">
      <dsp:nvSpPr>
        <dsp:cNvPr id="0" name=""/>
        <dsp:cNvSpPr/>
      </dsp:nvSpPr>
      <dsp:spPr>
        <a:xfrm>
          <a:off x="180904" y="2379983"/>
          <a:ext cx="328917" cy="3289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742C9-9EB8-444A-8915-255FCB91BF72}">
      <dsp:nvSpPr>
        <dsp:cNvPr id="0" name=""/>
        <dsp:cNvSpPr/>
      </dsp:nvSpPr>
      <dsp:spPr>
        <a:xfrm>
          <a:off x="690726" y="2245426"/>
          <a:ext cx="5614644" cy="598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2" tIns="63292" rIns="63292" bIns="632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Enable offline-first functionality</a:t>
          </a:r>
          <a:endParaRPr lang="en-US" sz="1900" kern="1200"/>
        </a:p>
      </dsp:txBody>
      <dsp:txXfrm>
        <a:off x="690726" y="2245426"/>
        <a:ext cx="5614644" cy="598031"/>
      </dsp:txXfrm>
    </dsp:sp>
    <dsp:sp modelId="{77E71AD8-1B92-418E-98A2-9ADCE5ADD11A}">
      <dsp:nvSpPr>
        <dsp:cNvPr id="0" name=""/>
        <dsp:cNvSpPr/>
      </dsp:nvSpPr>
      <dsp:spPr>
        <a:xfrm>
          <a:off x="0" y="2992965"/>
          <a:ext cx="6305371" cy="5980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5134D-B370-45A8-AE3E-D5670CADED49}">
      <dsp:nvSpPr>
        <dsp:cNvPr id="0" name=""/>
        <dsp:cNvSpPr/>
      </dsp:nvSpPr>
      <dsp:spPr>
        <a:xfrm>
          <a:off x="180904" y="3127522"/>
          <a:ext cx="328917" cy="3289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C26B4-27CD-4D4C-885B-F7036155AE0C}">
      <dsp:nvSpPr>
        <dsp:cNvPr id="0" name=""/>
        <dsp:cNvSpPr/>
      </dsp:nvSpPr>
      <dsp:spPr>
        <a:xfrm>
          <a:off x="690726" y="2992965"/>
          <a:ext cx="5614644" cy="598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2" tIns="63292" rIns="63292" bIns="632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Ensure strong security</a:t>
          </a:r>
          <a:endParaRPr lang="en-US" sz="1900" kern="1200"/>
        </a:p>
      </dsp:txBody>
      <dsp:txXfrm>
        <a:off x="690726" y="2992965"/>
        <a:ext cx="5614644" cy="5980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B5EBB-F477-4F04-B88C-499D268D330D}">
      <dsp:nvSpPr>
        <dsp:cNvPr id="0" name=""/>
        <dsp:cNvSpPr/>
      </dsp:nvSpPr>
      <dsp:spPr>
        <a:xfrm>
          <a:off x="0" y="1304"/>
          <a:ext cx="6428345" cy="66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A00DA-CDC1-4AA1-A151-FA6A54957464}">
      <dsp:nvSpPr>
        <dsp:cNvPr id="0" name=""/>
        <dsp:cNvSpPr/>
      </dsp:nvSpPr>
      <dsp:spPr>
        <a:xfrm>
          <a:off x="200043" y="150097"/>
          <a:ext cx="363715" cy="3637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341D2-9C46-453E-9414-5142481401B2}">
      <dsp:nvSpPr>
        <dsp:cNvPr id="0" name=""/>
        <dsp:cNvSpPr/>
      </dsp:nvSpPr>
      <dsp:spPr>
        <a:xfrm>
          <a:off x="763802" y="1304"/>
          <a:ext cx="5664542" cy="66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8" tIns="69988" rIns="69988" bIns="699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Improved financial awareness</a:t>
          </a:r>
          <a:endParaRPr lang="en-US" sz="2200" kern="1200"/>
        </a:p>
      </dsp:txBody>
      <dsp:txXfrm>
        <a:off x="763802" y="1304"/>
        <a:ext cx="5664542" cy="661300"/>
      </dsp:txXfrm>
    </dsp:sp>
    <dsp:sp modelId="{5BD319E5-A8F8-4961-81E9-1FA05838CFC8}">
      <dsp:nvSpPr>
        <dsp:cNvPr id="0" name=""/>
        <dsp:cNvSpPr/>
      </dsp:nvSpPr>
      <dsp:spPr>
        <a:xfrm>
          <a:off x="0" y="827930"/>
          <a:ext cx="6428345" cy="66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2D943-BBBA-460D-B9B0-B3009E72D7C0}">
      <dsp:nvSpPr>
        <dsp:cNvPr id="0" name=""/>
        <dsp:cNvSpPr/>
      </dsp:nvSpPr>
      <dsp:spPr>
        <a:xfrm>
          <a:off x="200043" y="976723"/>
          <a:ext cx="363715" cy="3637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0F18E-0A96-4782-9FDA-692896B2FBB5}">
      <dsp:nvSpPr>
        <dsp:cNvPr id="0" name=""/>
        <dsp:cNvSpPr/>
      </dsp:nvSpPr>
      <dsp:spPr>
        <a:xfrm>
          <a:off x="763802" y="827930"/>
          <a:ext cx="5664542" cy="66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8" tIns="69988" rIns="69988" bIns="699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Reduced fraud</a:t>
          </a:r>
          <a:endParaRPr lang="en-US" sz="2200" kern="1200"/>
        </a:p>
      </dsp:txBody>
      <dsp:txXfrm>
        <a:off x="763802" y="827930"/>
        <a:ext cx="5664542" cy="661300"/>
      </dsp:txXfrm>
    </dsp:sp>
    <dsp:sp modelId="{5E6D414B-CDFA-4241-B3D8-7A11EF923006}">
      <dsp:nvSpPr>
        <dsp:cNvPr id="0" name=""/>
        <dsp:cNvSpPr/>
      </dsp:nvSpPr>
      <dsp:spPr>
        <a:xfrm>
          <a:off x="0" y="1654557"/>
          <a:ext cx="6428345" cy="66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0EC29-A13E-49F9-A875-C753D459D3C2}">
      <dsp:nvSpPr>
        <dsp:cNvPr id="0" name=""/>
        <dsp:cNvSpPr/>
      </dsp:nvSpPr>
      <dsp:spPr>
        <a:xfrm>
          <a:off x="200043" y="1803349"/>
          <a:ext cx="363715" cy="3637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0167C-E43D-414A-9A4C-A8C36F440141}">
      <dsp:nvSpPr>
        <dsp:cNvPr id="0" name=""/>
        <dsp:cNvSpPr/>
      </dsp:nvSpPr>
      <dsp:spPr>
        <a:xfrm>
          <a:off x="763802" y="1654557"/>
          <a:ext cx="5664542" cy="66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8" tIns="69988" rIns="69988" bIns="699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Seamless user experience</a:t>
          </a:r>
          <a:endParaRPr lang="en-US" sz="2200" kern="1200"/>
        </a:p>
      </dsp:txBody>
      <dsp:txXfrm>
        <a:off x="763802" y="1654557"/>
        <a:ext cx="5664542" cy="661300"/>
      </dsp:txXfrm>
    </dsp:sp>
    <dsp:sp modelId="{329D0E8C-9A43-4FE3-B7F1-165A49FDD768}">
      <dsp:nvSpPr>
        <dsp:cNvPr id="0" name=""/>
        <dsp:cNvSpPr/>
      </dsp:nvSpPr>
      <dsp:spPr>
        <a:xfrm>
          <a:off x="0" y="2481183"/>
          <a:ext cx="6428345" cy="66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CB57A-7450-491F-804D-189A2D7895B9}">
      <dsp:nvSpPr>
        <dsp:cNvPr id="0" name=""/>
        <dsp:cNvSpPr/>
      </dsp:nvSpPr>
      <dsp:spPr>
        <a:xfrm>
          <a:off x="200043" y="2629975"/>
          <a:ext cx="363715" cy="3637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62833-488E-4655-824B-C2F0E0C10B25}">
      <dsp:nvSpPr>
        <dsp:cNvPr id="0" name=""/>
        <dsp:cNvSpPr/>
      </dsp:nvSpPr>
      <dsp:spPr>
        <a:xfrm>
          <a:off x="763802" y="2481183"/>
          <a:ext cx="5664542" cy="66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8" tIns="69988" rIns="69988" bIns="699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Personalized financial insights</a:t>
          </a:r>
          <a:endParaRPr lang="en-US" sz="2200" kern="1200"/>
        </a:p>
      </dsp:txBody>
      <dsp:txXfrm>
        <a:off x="763802" y="2481183"/>
        <a:ext cx="5664542" cy="661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1123A-0C0A-4EDC-BB67-88449201079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B3142-2653-4A8B-BD50-102844B16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5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77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58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46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5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66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49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42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04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50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17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539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637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276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193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751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333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661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21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CC11374-5181-4B36-818A-717D789A2D79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F4E5E33-0E57-4135-883A-FE51BA02CB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10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5" r:id="rId1"/>
    <p:sldLayoutId id="2147484936" r:id="rId2"/>
    <p:sldLayoutId id="2147484937" r:id="rId3"/>
    <p:sldLayoutId id="2147484938" r:id="rId4"/>
    <p:sldLayoutId id="2147484939" r:id="rId5"/>
    <p:sldLayoutId id="2147484940" r:id="rId6"/>
    <p:sldLayoutId id="2147484941" r:id="rId7"/>
    <p:sldLayoutId id="2147484942" r:id="rId8"/>
    <p:sldLayoutId id="2147484943" r:id="rId9"/>
    <p:sldLayoutId id="2147484944" r:id="rId10"/>
    <p:sldLayoutId id="2147484945" r:id="rId11"/>
    <p:sldLayoutId id="2147484946" r:id="rId12"/>
    <p:sldLayoutId id="2147484947" r:id="rId13"/>
    <p:sldLayoutId id="2147484948" r:id="rId14"/>
    <p:sldLayoutId id="2147484949" r:id="rId15"/>
    <p:sldLayoutId id="2147484950" r:id="rId16"/>
    <p:sldLayoutId id="2147484951" r:id="rId17"/>
    <p:sldLayoutId id="214748495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FF0F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4" name="Text 1"/>
          <p:cNvSpPr/>
          <p:nvPr/>
        </p:nvSpPr>
        <p:spPr>
          <a:xfrm>
            <a:off x="661492" y="1883768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GB" sz="4000" b="1" dirty="0"/>
              <a:t>FINIXTRA</a:t>
            </a:r>
            <a:endParaRPr lang="en-US" sz="3708" dirty="0"/>
          </a:p>
        </p:txBody>
      </p:sp>
      <p:sp>
        <p:nvSpPr>
          <p:cNvPr id="5" name="Text 2"/>
          <p:cNvSpPr/>
          <p:nvPr/>
        </p:nvSpPr>
        <p:spPr>
          <a:xfrm>
            <a:off x="661492" y="2757884"/>
            <a:ext cx="6297018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en-US" sz="5125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Unified FinTech for the Modern World</a:t>
            </a:r>
            <a:endParaRPr lang="en-US" sz="5125" dirty="0"/>
          </a:p>
        </p:txBody>
      </p:sp>
      <p:sp>
        <p:nvSpPr>
          <p:cNvPr id="6" name="Text 3"/>
          <p:cNvSpPr/>
          <p:nvPr/>
        </p:nvSpPr>
        <p:spPr>
          <a:xfrm>
            <a:off x="661492" y="4671716"/>
            <a:ext cx="6297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Secure payments · AI insights · Fraud detection · All in one platform</a:t>
            </a:r>
            <a:endParaRPr lang="en-US" sz="1458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03AE975-7633-2CF4-10AD-EA7C3772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4F95DE6-BC61-4DB8-97B8-E32959EA0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D9C176-456B-4F71-AB87-9D14B8B3D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6" t="75007" r="30510"/>
          <a:stretch/>
        </p:blipFill>
        <p:spPr>
          <a:xfrm>
            <a:off x="0" y="138157"/>
            <a:ext cx="1712063" cy="1045389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5FAF66D-9387-13A2-3A29-D6425CF5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782" y="620099"/>
            <a:ext cx="7859564" cy="1596177"/>
          </a:xfrm>
        </p:spPr>
        <p:txBody>
          <a:bodyPr>
            <a:normAutofit/>
          </a:bodyPr>
          <a:lstStyle/>
          <a:p>
            <a:r>
              <a:rPr lang="en-GB" sz="4000" b="1" dirty="0" err="1"/>
              <a:t>fINIXTRA</a:t>
            </a:r>
            <a:br>
              <a:rPr lang="en-GB" sz="4000" b="1" dirty="0"/>
            </a:br>
            <a:endParaRPr lang="en-GB" sz="4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F97C55-868F-4FDD-BD3C-D2F191796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83" t="89413" r="18746"/>
          <a:stretch/>
        </p:blipFill>
        <p:spPr>
          <a:xfrm>
            <a:off x="8404564" y="0"/>
            <a:ext cx="2589690" cy="5915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722FB9-EA01-42A6-96B2-185F5CC12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0213"/>
          <a:stretch/>
        </p:blipFill>
        <p:spPr>
          <a:xfrm>
            <a:off x="10471066" y="183232"/>
            <a:ext cx="1720934" cy="1683522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BE632-AB1E-720D-8EB3-9EE24A38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053" y="3514572"/>
            <a:ext cx="7859565" cy="1932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Presented By: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r>
              <a:rPr lang="en-GB" sz="1800" dirty="0"/>
              <a:t>Sayeda </a:t>
            </a:r>
            <a:r>
              <a:rPr lang="en-GB" sz="1800" dirty="0" err="1"/>
              <a:t>Irfat</a:t>
            </a:r>
            <a:r>
              <a:rPr lang="en-GB" sz="1800" dirty="0"/>
              <a:t> Jahan Tithi-(38)</a:t>
            </a:r>
          </a:p>
          <a:p>
            <a:pPr marL="0" indent="0">
              <a:buNone/>
            </a:pPr>
            <a:r>
              <a:rPr lang="en-GB" sz="1800" dirty="0"/>
              <a:t>Md. Mushfiqur Rahman-(22)</a:t>
            </a:r>
          </a:p>
          <a:p>
            <a:pPr marL="0" indent="0">
              <a:buNone/>
            </a:pPr>
            <a:r>
              <a:rPr lang="en-GB" sz="1800" dirty="0"/>
              <a:t>Md. Shahadat Hossen Shuvo-(17)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B4E49C-E7B4-4F6A-8B93-646A0E241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0341"/>
          <a:stretch/>
        </p:blipFill>
        <p:spPr>
          <a:xfrm>
            <a:off x="11494523" y="2664767"/>
            <a:ext cx="635958" cy="764233"/>
          </a:xfrm>
          <a:custGeom>
            <a:avLst/>
            <a:gdLst>
              <a:gd name="connsiteX0" fmla="*/ 0 w 984308"/>
              <a:gd name="connsiteY0" fmla="*/ 0 h 1182847"/>
              <a:gd name="connsiteX1" fmla="*/ 984308 w 984308"/>
              <a:gd name="connsiteY1" fmla="*/ 0 h 1182847"/>
              <a:gd name="connsiteX2" fmla="*/ 984308 w 984308"/>
              <a:gd name="connsiteY2" fmla="*/ 1161661 h 1182847"/>
              <a:gd name="connsiteX3" fmla="*/ 966627 w 984308"/>
              <a:gd name="connsiteY3" fmla="*/ 1165915 h 1182847"/>
              <a:gd name="connsiteX4" fmla="*/ 787132 w 984308"/>
              <a:gd name="connsiteY4" fmla="*/ 1182847 h 1182847"/>
              <a:gd name="connsiteX5" fmla="*/ 48601 w 984308"/>
              <a:gd name="connsiteY5" fmla="*/ 815395 h 1182847"/>
              <a:gd name="connsiteX6" fmla="*/ 0 w 984308"/>
              <a:gd name="connsiteY6" fmla="*/ 731606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4308" h="1182847">
                <a:moveTo>
                  <a:pt x="0" y="0"/>
                </a:moveTo>
                <a:lnTo>
                  <a:pt x="984308" y="0"/>
                </a:lnTo>
                <a:lnTo>
                  <a:pt x="984308" y="1161661"/>
                </a:lnTo>
                <a:lnTo>
                  <a:pt x="966627" y="1165915"/>
                </a:lnTo>
                <a:cubicBezTo>
                  <a:pt x="908648" y="1177017"/>
                  <a:pt x="848618" y="1182847"/>
                  <a:pt x="787132" y="1182847"/>
                </a:cubicBezTo>
                <a:cubicBezTo>
                  <a:pt x="479703" y="1182847"/>
                  <a:pt x="208655" y="1037089"/>
                  <a:pt x="48601" y="815395"/>
                </a:cubicBezTo>
                <a:lnTo>
                  <a:pt x="0" y="731606"/>
                </a:ln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528FBF-1727-4546-8131-BA22ED8B5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73" t="81531" r="19879"/>
          <a:stretch/>
        </p:blipFill>
        <p:spPr>
          <a:xfrm>
            <a:off x="8887626" y="5982056"/>
            <a:ext cx="1192806" cy="875944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D4D53C-F3FF-2D5C-F124-5B745CE44532}"/>
              </a:ext>
            </a:extLst>
          </p:cNvPr>
          <p:cNvSpPr txBox="1"/>
          <p:nvPr/>
        </p:nvSpPr>
        <p:spPr>
          <a:xfrm>
            <a:off x="6940840" y="3431191"/>
            <a:ext cx="6097772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PRESENTED</a:t>
            </a:r>
            <a:r>
              <a:rPr lang="en-GB" sz="1800" b="1" dirty="0"/>
              <a:t> TO:</a:t>
            </a:r>
            <a:r>
              <a:rPr lang="en-GB" sz="1800" dirty="0"/>
              <a:t> </a:t>
            </a:r>
            <a:endParaRPr lang="en-GB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MD. </a:t>
            </a:r>
            <a:r>
              <a:rPr lang="en-GB" dirty="0"/>
              <a:t>ALAMGIR HOSSAIN, LECTURER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508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F6E-99C7-9196-E1A5-6FDDF918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n-GB" sz="3400" b="1" dirty="0"/>
              <a:t>Introduction</a:t>
            </a: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893CC2F2-D9D4-49D9-EA6A-EA33DABC8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4628887"/>
              </p:ext>
            </p:extLst>
          </p:nvPr>
        </p:nvGraphicFramePr>
        <p:xfrm>
          <a:off x="4964770" y="1625717"/>
          <a:ext cx="6305371" cy="359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769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ABCD-A648-C64E-E6CE-9275B626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b="1"/>
              <a:t>Literature Review</a:t>
            </a:r>
            <a:br>
              <a:rPr lang="en-US" b="1"/>
            </a:b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49837B-D360-ABBD-463A-D4C0177FB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4413583"/>
              </p:ext>
            </p:extLst>
          </p:nvPr>
        </p:nvGraphicFramePr>
        <p:xfrm>
          <a:off x="914400" y="2052536"/>
          <a:ext cx="10363201" cy="4260711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3018834">
                  <a:extLst>
                    <a:ext uri="{9D8B030D-6E8A-4147-A177-3AD203B41FA5}">
                      <a16:colId xmlns:a16="http://schemas.microsoft.com/office/drawing/2014/main" val="1298489356"/>
                    </a:ext>
                  </a:extLst>
                </a:gridCol>
                <a:gridCol w="3536547">
                  <a:extLst>
                    <a:ext uri="{9D8B030D-6E8A-4147-A177-3AD203B41FA5}">
                      <a16:colId xmlns:a16="http://schemas.microsoft.com/office/drawing/2014/main" val="3743288381"/>
                    </a:ext>
                  </a:extLst>
                </a:gridCol>
                <a:gridCol w="3807820">
                  <a:extLst>
                    <a:ext uri="{9D8B030D-6E8A-4147-A177-3AD203B41FA5}">
                      <a16:colId xmlns:a16="http://schemas.microsoft.com/office/drawing/2014/main" val="3286783368"/>
                    </a:ext>
                  </a:extLst>
                </a:gridCol>
              </a:tblGrid>
              <a:tr h="1120247">
                <a:tc>
                  <a:txBody>
                    <a:bodyPr/>
                    <a:lstStyle/>
                    <a:p>
                      <a:pPr algn="ctr"/>
                      <a:r>
                        <a:rPr lang="en-GB" sz="1500" b="0" cap="none" spc="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 marL="74207" marR="74207" marT="90774" marB="45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0" cap="none" spc="0">
                          <a:solidFill>
                            <a:schemeClr val="bg1"/>
                          </a:solidFill>
                        </a:rPr>
                        <a:t>Existing Systems / Technologies</a:t>
                      </a:r>
                    </a:p>
                  </a:txBody>
                  <a:tcPr marL="74207" marR="74207" marT="90774" marB="45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0" cap="none" spc="0">
                          <a:solidFill>
                            <a:schemeClr val="bg1"/>
                          </a:solidFill>
                        </a:rPr>
                        <a:t>Key Limitation / Insight</a:t>
                      </a:r>
                    </a:p>
                  </a:txBody>
                  <a:tcPr marL="74207" marR="74207" marT="90774" marB="45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024343"/>
                  </a:ext>
                </a:extLst>
              </a:tr>
              <a:tr h="482976"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Digital Wallets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PayPal, Google Pay, bKash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Limited to payments, weak financial analytics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506228"/>
                  </a:ext>
                </a:extLst>
              </a:tr>
              <a:tr h="482976"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Finance Management Apps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Mint, YNAB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Strong budgeting but no direct transaction support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32395"/>
                  </a:ext>
                </a:extLst>
              </a:tr>
              <a:tr h="725584"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Security Technologies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OAuth 2.0, JWT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Ensure authentication but not full system security alone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64562"/>
                  </a:ext>
                </a:extLst>
              </a:tr>
              <a:tr h="482976"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System Architecture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Microservices Architecture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Improves scalability and modularity in modern apps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489374"/>
                  </a:ext>
                </a:extLst>
              </a:tr>
              <a:tr h="482976"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AI &amp; Machine Learning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Fraud detection models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Enables anomaly detection and predictive insights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27607"/>
                  </a:ext>
                </a:extLst>
              </a:tr>
              <a:tr h="482976"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Analytics &amp; Personalization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bg1"/>
                          </a:solidFill>
                        </a:rPr>
                        <a:t>Real-time analytics systems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Improves decision-making and user engagement</a:t>
                      </a:r>
                    </a:p>
                  </a:txBody>
                  <a:tcPr marL="74207" marR="74207" marT="90774" marB="45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61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496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8790-EEF3-0B18-7D67-46A9A9E7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n-GB" sz="4400" b="1" dirty="0"/>
              <a:t>Problem Statement</a:t>
            </a:r>
            <a:br>
              <a:rPr lang="en-GB" sz="4400" b="1" dirty="0"/>
            </a:br>
            <a:endParaRPr lang="en-GB" sz="44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71FEFD-5779-6EC2-785F-211233D7B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190501"/>
              </p:ext>
            </p:extLst>
          </p:nvPr>
        </p:nvGraphicFramePr>
        <p:xfrm>
          <a:off x="4964770" y="1625717"/>
          <a:ext cx="6305371" cy="359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338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C4D2-D726-87F2-1FF8-B800E111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Motivation</a:t>
            </a:r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11C2E28-DED9-BF8E-6B72-60D3BEB9F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553513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45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4EDF-B437-4B27-C685-87F340E6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n-GB" sz="4400" b="1" dirty="0"/>
              <a:t>Objectives</a:t>
            </a:r>
            <a:br>
              <a:rPr lang="en-GB" sz="4400" b="1" dirty="0"/>
            </a:br>
            <a:endParaRPr lang="en-GB" sz="4400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E886A9C-490A-F0C4-FFBF-8B7A868B5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687105"/>
              </p:ext>
            </p:extLst>
          </p:nvPr>
        </p:nvGraphicFramePr>
        <p:xfrm>
          <a:off x="4964770" y="1625717"/>
          <a:ext cx="6305371" cy="359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11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8862840-A590-42DB-83BF-CCA7204B7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0F7C9-2FF9-5D4C-BBCD-9DD03FE8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088" y="1316665"/>
            <a:ext cx="2889138" cy="4221125"/>
          </a:xfrm>
        </p:spPr>
        <p:txBody>
          <a:bodyPr anchor="ctr">
            <a:normAutofit/>
          </a:bodyPr>
          <a:lstStyle/>
          <a:p>
            <a:r>
              <a:rPr lang="en-GB" b="1"/>
              <a:t>Expected Outcomes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01D5F1-59E9-48EF-A49B-24365CE15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9474" y="1316665"/>
            <a:ext cx="7330397" cy="4221125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B6FADE-267D-439D-9449-A2124220B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546"/>
          <a:stretch/>
        </p:blipFill>
        <p:spPr>
          <a:xfrm>
            <a:off x="0" y="0"/>
            <a:ext cx="12192000" cy="1745673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84BB9B-E610-0526-66C6-7DC2A748FF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68618"/>
              </p:ext>
            </p:extLst>
          </p:nvPr>
        </p:nvGraphicFramePr>
        <p:xfrm>
          <a:off x="1250500" y="1855333"/>
          <a:ext cx="6428345" cy="3143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605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3114" y="715368"/>
            <a:ext cx="4125417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42"/>
              </a:lnSpc>
            </a:pPr>
            <a:r>
              <a:rPr lang="en-GB" sz="3600" b="1" cap="all" dirty="0"/>
              <a:t>Proposed Methodology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14" y="1333797"/>
            <a:ext cx="9985673" cy="45699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7671" y="1938932"/>
            <a:ext cx="2208943" cy="2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08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&amp; Data</a:t>
            </a:r>
            <a:endParaRPr lang="en-US" sz="1708" dirty="0"/>
          </a:p>
        </p:txBody>
      </p:sp>
      <p:sp>
        <p:nvSpPr>
          <p:cNvPr id="7" name="Text 4"/>
          <p:cNvSpPr/>
          <p:nvPr/>
        </p:nvSpPr>
        <p:spPr>
          <a:xfrm>
            <a:off x="8417671" y="2293590"/>
            <a:ext cx="2434747" cy="38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375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 ML models; PostgreSQL / MongoDB</a:t>
            </a:r>
            <a:endParaRPr lang="en-US" sz="1375" dirty="0"/>
          </a:p>
        </p:txBody>
      </p:sp>
      <p:sp>
        <p:nvSpPr>
          <p:cNvPr id="8" name="Text 5"/>
          <p:cNvSpPr/>
          <p:nvPr/>
        </p:nvSpPr>
        <p:spPr>
          <a:xfrm>
            <a:off x="1368687" y="3441014"/>
            <a:ext cx="2208943" cy="2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167"/>
              </a:lnSpc>
            </a:pPr>
            <a:r>
              <a:rPr lang="en-US" sz="1708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Backend</a:t>
            </a:r>
            <a:endParaRPr lang="en-US" sz="1708" dirty="0"/>
          </a:p>
        </p:txBody>
      </p:sp>
      <p:sp>
        <p:nvSpPr>
          <p:cNvPr id="9" name="Text 6"/>
          <p:cNvSpPr/>
          <p:nvPr/>
        </p:nvSpPr>
        <p:spPr>
          <a:xfrm>
            <a:off x="1339235" y="3795672"/>
            <a:ext cx="2238396" cy="38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1375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Node.js &amp; Spring Boot services</a:t>
            </a:r>
            <a:endParaRPr lang="en-US" sz="1375" dirty="0"/>
          </a:p>
        </p:txBody>
      </p:sp>
      <p:sp>
        <p:nvSpPr>
          <p:cNvPr id="10" name="Text 7"/>
          <p:cNvSpPr/>
          <p:nvPr/>
        </p:nvSpPr>
        <p:spPr>
          <a:xfrm>
            <a:off x="8417671" y="4314006"/>
            <a:ext cx="2208943" cy="2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08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</a:t>
            </a:r>
            <a:endParaRPr lang="en-US" sz="1708" dirty="0"/>
          </a:p>
        </p:txBody>
      </p:sp>
      <p:sp>
        <p:nvSpPr>
          <p:cNvPr id="11" name="Text 8"/>
          <p:cNvSpPr/>
          <p:nvPr/>
        </p:nvSpPr>
        <p:spPr>
          <a:xfrm>
            <a:off x="8417671" y="4668664"/>
            <a:ext cx="2434747" cy="19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375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Flutter / React client apps</a:t>
            </a:r>
            <a:endParaRPr lang="en-US" sz="1375" dirty="0"/>
          </a:p>
        </p:txBody>
      </p:sp>
      <p:sp>
        <p:nvSpPr>
          <p:cNvPr id="12" name="Text 9"/>
          <p:cNvSpPr/>
          <p:nvPr/>
        </p:nvSpPr>
        <p:spPr>
          <a:xfrm>
            <a:off x="1103114" y="6028332"/>
            <a:ext cx="9985673" cy="40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125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Microservices-based, event-driven design with Kafka/RabbitMQ message brokers, JWT authentication, end-to-end encryption, and offline-first data synchronization.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D710-C245-B3F1-2807-C9F30E1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Proposed Methodology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747BD-E7AD-C3BA-B6CB-1309F1448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2934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  JWT authentication</a:t>
            </a:r>
          </a:p>
          <a:p>
            <a:pPr marL="0" indent="0">
              <a:buNone/>
            </a:pPr>
            <a:r>
              <a:rPr lang="en-GB" dirty="0"/>
              <a:t>    Event-driven architecture</a:t>
            </a:r>
          </a:p>
          <a:p>
            <a:pPr marL="0" indent="0">
              <a:buNone/>
            </a:pPr>
            <a:r>
              <a:rPr lang="en-GB" dirty="0"/>
              <a:t>    ML-based anomaly detection</a:t>
            </a:r>
          </a:p>
          <a:p>
            <a:pPr marL="0" indent="0">
              <a:buNone/>
            </a:pPr>
            <a:r>
              <a:rPr lang="en-GB" dirty="0"/>
              <a:t>    Offline-first synchronization</a:t>
            </a:r>
          </a:p>
          <a:p>
            <a:pPr marL="0" indent="0">
              <a:buNone/>
            </a:pPr>
            <a:r>
              <a:rPr lang="en-GB" dirty="0"/>
              <a:t>    End-to-end encryption</a:t>
            </a:r>
          </a:p>
          <a:p>
            <a:endParaRPr lang="en-GB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E0D2433B-A30E-2FA1-9EA8-3901E36C4ED5}"/>
              </a:ext>
            </a:extLst>
          </p:cNvPr>
          <p:cNvSpPr/>
          <p:nvPr/>
        </p:nvSpPr>
        <p:spPr>
          <a:xfrm>
            <a:off x="1150070" y="2921713"/>
            <a:ext cx="188536" cy="18853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7BC66574-0DC2-F4DF-2AD8-122DE0A14AC0}"/>
              </a:ext>
            </a:extLst>
          </p:cNvPr>
          <p:cNvSpPr/>
          <p:nvPr/>
        </p:nvSpPr>
        <p:spPr>
          <a:xfrm>
            <a:off x="1150070" y="2441442"/>
            <a:ext cx="188536" cy="18853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3C81F65-08B2-7D37-8F38-B490CFABA2CF}"/>
              </a:ext>
            </a:extLst>
          </p:cNvPr>
          <p:cNvSpPr/>
          <p:nvPr/>
        </p:nvSpPr>
        <p:spPr>
          <a:xfrm>
            <a:off x="1150070" y="3907735"/>
            <a:ext cx="188536" cy="18853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D9D8565-F4D9-588A-EAD7-265872BC38AA}"/>
              </a:ext>
            </a:extLst>
          </p:cNvPr>
          <p:cNvSpPr/>
          <p:nvPr/>
        </p:nvSpPr>
        <p:spPr>
          <a:xfrm>
            <a:off x="1150070" y="3428176"/>
            <a:ext cx="188536" cy="18853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228498AB-2351-74C8-A65D-A92E7F9832C2}"/>
              </a:ext>
            </a:extLst>
          </p:cNvPr>
          <p:cNvSpPr/>
          <p:nvPr/>
        </p:nvSpPr>
        <p:spPr>
          <a:xfrm>
            <a:off x="1150070" y="4380716"/>
            <a:ext cx="188536" cy="18853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56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8FB85D6A-44A7-39FF-A0CC-22E07D7D6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38" r="22788" b="-1"/>
          <a:stretch>
            <a:fillRect/>
          </a:stretch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85CA9B-3F69-C6A2-A0E0-4235914F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>
            <a:normAutofit/>
          </a:bodyPr>
          <a:lstStyle/>
          <a:p>
            <a:br>
              <a:rPr lang="en-GB" b="1" dirty="0"/>
            </a:br>
            <a:r>
              <a:rPr lang="en-GB" b="1" dirty="0"/>
              <a:t>References</a:t>
            </a:r>
            <a:br>
              <a:rPr lang="en-GB" b="1" dirty="0"/>
            </a:br>
            <a:endParaRPr lang="en-GB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525A85BD-2D46-4473-C566-9D7EB4C4B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048" y="2367092"/>
            <a:ext cx="6672887" cy="34241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PayPal Developer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Google Pay API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IEEE FinTech Papers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OWASP Mobile Security Guidelines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PostgreSQL &amp; Node.js Documentation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373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05AA7C-BE04-CEE1-E93D-CC4B39B6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955040"/>
            <a:ext cx="7216098" cy="36169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600" b="1"/>
              <a:t>                           </a:t>
            </a:r>
            <a:br>
              <a:rPr lang="en-US" sz="4600" b="1"/>
            </a:br>
            <a:br>
              <a:rPr lang="en-US" sz="4600" b="1"/>
            </a:br>
            <a:br>
              <a:rPr lang="en-US" sz="4600" b="1"/>
            </a:br>
            <a:r>
              <a:rPr lang="en-US" sz="4600" b="1"/>
              <a:t>                      Thank You</a:t>
            </a:r>
            <a:br>
              <a:rPr lang="en-US" sz="4600" b="1"/>
            </a:br>
            <a:endParaRPr lang="en-US" sz="4600"/>
          </a:p>
        </p:txBody>
      </p:sp>
    </p:spTree>
    <p:extLst>
      <p:ext uri="{BB962C8B-B14F-4D97-AF65-F5344CB8AC3E}">
        <p14:creationId xmlns:p14="http://schemas.microsoft.com/office/powerpoint/2010/main" val="192842605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184</TotalTime>
  <Words>335</Words>
  <Application>Microsoft Office PowerPoint</Application>
  <PresentationFormat>Widescreen</PresentationFormat>
  <Paragraphs>80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Inter Light</vt:lpstr>
      <vt:lpstr>Montserrat Medium</vt:lpstr>
      <vt:lpstr>Tw Cen MT</vt:lpstr>
      <vt:lpstr>Droplet</vt:lpstr>
      <vt:lpstr>PowerPoint Presentation</vt:lpstr>
      <vt:lpstr>fINIXTRA </vt:lpstr>
      <vt:lpstr>Introduction</vt:lpstr>
      <vt:lpstr>Literature Review </vt:lpstr>
      <vt:lpstr>Problem Statement </vt:lpstr>
      <vt:lpstr>Motivation</vt:lpstr>
      <vt:lpstr>Objectives </vt:lpstr>
      <vt:lpstr>Expected Outcomes</vt:lpstr>
      <vt:lpstr>PowerPoint Presentation</vt:lpstr>
      <vt:lpstr>Proposed Methodology </vt:lpstr>
      <vt:lpstr> References </vt:lpstr>
      <vt:lpstr>                         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R Mizan</dc:creator>
  <cp:lastModifiedBy>Yousuf Hossain Mehrab</cp:lastModifiedBy>
  <cp:revision>4</cp:revision>
  <dcterms:created xsi:type="dcterms:W3CDTF">2026-04-17T11:58:20Z</dcterms:created>
  <dcterms:modified xsi:type="dcterms:W3CDTF">2026-04-18T08:37:06Z</dcterms:modified>
</cp:coreProperties>
</file>